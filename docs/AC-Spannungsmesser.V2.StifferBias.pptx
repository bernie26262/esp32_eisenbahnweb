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02934C9-6019-4297-8AAC-ECC453D2E85C}" v="2" dt="2026-02-27T11:45:59.10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94660"/>
  </p:normalViewPr>
  <p:slideViewPr>
    <p:cSldViewPr snapToGrid="0">
      <p:cViewPr>
        <p:scale>
          <a:sx n="200" d="100"/>
          <a:sy n="200" d="100"/>
        </p:scale>
        <p:origin x="-1949" y="-20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880F758-1A72-49F2-855A-AB9B973744E9}" type="datetimeFigureOut">
              <a:rPr lang="de-DE" smtClean="0"/>
              <a:t>13.03.2026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18E0FF2-F548-4661-9757-281C5065C1E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477972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8E0FF2-F548-4661-9757-281C5065C1E0}" type="slidenum">
              <a:rPr lang="de-DE" smtClean="0"/>
              <a:t>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402092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F0EB296-58A5-C1EB-4B75-F0B30D5AE0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69D7786B-1002-E04F-0F82-1EE63416129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75BA0B3-F01C-9D3B-CAF1-475B657468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50BBDB-AB0B-4DBC-AC26-B4C2FBA32E7F}" type="datetimeFigureOut">
              <a:rPr lang="de-DE" smtClean="0"/>
              <a:t>13.03.2026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2594A8-4966-A1A6-696F-4FFDEE9538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247E129-1264-F890-7A8B-7FC0A250D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5B7AC-8DD7-413D-BC4A-BE7FF2AE5E4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912347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9B93F9A-1676-C4C6-738B-62E7C581A7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AC6C614-5B1C-2F27-3E43-A8235C0842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964A9F0-4419-BA95-79B6-F9D7260EE7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50BBDB-AB0B-4DBC-AC26-B4C2FBA32E7F}" type="datetimeFigureOut">
              <a:rPr lang="de-DE" smtClean="0"/>
              <a:t>13.03.2026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F9AAD49-C1E8-D6E9-DABE-E28FD14C6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48EA32B-9C65-EE96-BDC0-81A3B6A32F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5B7AC-8DD7-413D-BC4A-BE7FF2AE5E4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650962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C16C215-5AAF-348C-7B75-028FDD80A3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5E98566F-47C7-8427-3212-D9A8E16A4F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7696381-6805-2F94-8862-6877DE32F0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50BBDB-AB0B-4DBC-AC26-B4C2FBA32E7F}" type="datetimeFigureOut">
              <a:rPr lang="de-DE" smtClean="0"/>
              <a:t>13.03.2026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02AA230-6597-4251-D4C7-AEB28ACC44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83AB1D8-E4DA-A584-F1FA-B97B18BD02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5B7AC-8DD7-413D-BC4A-BE7FF2AE5E4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806683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721A5C9-DEFA-1355-1195-10E5F21327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1C3B6B9-9C3E-5243-9C39-1E9117E566B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CB83A0A5-5798-EDE8-F9C6-83D1812D22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FC4D80FE-7464-6F7C-2CFD-0D8A22B595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50BBDB-AB0B-4DBC-AC26-B4C2FBA32E7F}" type="datetimeFigureOut">
              <a:rPr lang="de-DE" smtClean="0"/>
              <a:t>13.03.2026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F74B7658-3297-BE2E-BC26-A2BF66398D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2F5C4ABE-A05F-BB4E-2C98-AC6252EB1A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5B7AC-8DD7-413D-BC4A-BE7FF2AE5E4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634496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79A0D27-700D-2FAD-D80C-8463A08541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D5F69F7B-25EE-D339-01E0-2FF5BA8B32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133F8E47-CE29-2BCA-97BE-319C6BCE8D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10D22CBB-0862-B7F8-C887-3E7FDAD5DFD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59A82913-4C84-1071-C41C-E9211336C0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F4EADD0C-A9A1-6DB1-96F0-8296A37813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50BBDB-AB0B-4DBC-AC26-B4C2FBA32E7F}" type="datetimeFigureOut">
              <a:rPr lang="de-DE" smtClean="0"/>
              <a:t>13.03.2026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54CEC82F-C125-EBF4-E76C-F150B09CB4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B9C54E0D-1045-EC3B-3CBC-05D88505F4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5B7AC-8DD7-413D-BC4A-BE7FF2AE5E4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166254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77DE77B-9FF8-BCA9-4B05-2A3856F58F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C0B72AA1-CF90-3C16-F09D-45F21482C4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50BBDB-AB0B-4DBC-AC26-B4C2FBA32E7F}" type="datetimeFigureOut">
              <a:rPr lang="de-DE" smtClean="0"/>
              <a:t>13.03.2026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49243A88-8BB9-F9A0-1A16-37BBA65311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7E7B9BF3-E194-5EB5-72B6-6ABDC53966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5B7AC-8DD7-413D-BC4A-BE7FF2AE5E4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447714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C78EB875-6CDC-5740-FDD4-50A8A51030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50BBDB-AB0B-4DBC-AC26-B4C2FBA32E7F}" type="datetimeFigureOut">
              <a:rPr lang="de-DE" smtClean="0"/>
              <a:t>13.03.2026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B8375F3F-0ADE-78AC-FDCE-9AF4E4F0C8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4FEF7A86-7047-7F34-8DE5-2C0DE940E2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5B7AC-8DD7-413D-BC4A-BE7FF2AE5E4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132061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2735E23-A234-3F08-6C7E-415BF2BC8D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BB80263-2DD8-E5D3-570A-8B2E444DF1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6170ECFD-34DC-2752-7B40-82116ADAAF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DA3284A1-4F11-60FE-11F3-11D449B4AD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50BBDB-AB0B-4DBC-AC26-B4C2FBA32E7F}" type="datetimeFigureOut">
              <a:rPr lang="de-DE" smtClean="0"/>
              <a:t>13.03.2026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2FC47C33-D699-47C3-3F05-729F4424CD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059E6E62-E0EF-883D-4AE9-CEFC682B09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5B7AC-8DD7-413D-BC4A-BE7FF2AE5E4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157530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6C12FDC-EE01-46F4-31FD-98CC301942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3905DD9C-DD30-17D4-AFF0-3E311FBAE45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78F8B112-E9CC-B98A-752D-9310B88504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EC3E752C-2C84-A7C7-F384-AEE8803BD7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50BBDB-AB0B-4DBC-AC26-B4C2FBA32E7F}" type="datetimeFigureOut">
              <a:rPr lang="de-DE" smtClean="0"/>
              <a:t>13.03.2026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5CF71B25-9FAF-64E5-E77A-827842C78C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964077AD-F2DB-078C-5240-E1C459DD77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5B7AC-8DD7-413D-BC4A-BE7FF2AE5E4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023760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CF14B63-9C10-DB9D-450C-82EC276F92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303E8B95-0046-CE73-9322-6DD04E9A97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9AF5B26-4B0F-3EDF-5E08-F71881D4F4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50BBDB-AB0B-4DBC-AC26-B4C2FBA32E7F}" type="datetimeFigureOut">
              <a:rPr lang="de-DE" smtClean="0"/>
              <a:t>13.03.2026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5BB6658-FC5A-B23A-B888-9ECE511B13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839F1A9-A96A-EEE2-3857-9D4D53CE83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5B7AC-8DD7-413D-BC4A-BE7FF2AE5E4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753768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1688B4F1-5015-2795-9D0B-7B5EC83A5D5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2B10AFB3-7CEA-4A4B-61D6-5D674F3ACC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40C51B3-B783-FF77-F9C9-04EB0DA0B6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50BBDB-AB0B-4DBC-AC26-B4C2FBA32E7F}" type="datetimeFigureOut">
              <a:rPr lang="de-DE" smtClean="0"/>
              <a:t>13.03.2026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8DE58E8-20BA-6C5B-9D4E-481A0A5BB0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7326D13-D3D5-F22A-C354-6AF81C1569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5B7AC-8DD7-413D-BC4A-BE7FF2AE5E4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518343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FD0C05A8-673A-3CAB-190A-463E6D0381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58EC0AA7-A7AB-F220-E193-B6A82556CF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F3E6988-B308-7F34-6097-8580CDF4425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450BBDB-AB0B-4DBC-AC26-B4C2FBA32E7F}" type="datetimeFigureOut">
              <a:rPr lang="de-DE" smtClean="0"/>
              <a:t>13.03.2026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8E9DB56-B40C-B70A-710B-921EDD1866B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7F462FB-A963-01C4-1667-42C9B976627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CF5B7AC-8DD7-413D-BC4A-BE7FF2AE5E4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721989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Textfeld 150">
            <a:extLst>
              <a:ext uri="{FF2B5EF4-FFF2-40B4-BE49-F238E27FC236}">
                <a16:creationId xmlns:a16="http://schemas.microsoft.com/office/drawing/2014/main" id="{9538BC3E-4EB1-6B33-6043-14B29A3420FF}"/>
              </a:ext>
            </a:extLst>
          </p:cNvPr>
          <p:cNvSpPr txBox="1"/>
          <p:nvPr/>
        </p:nvSpPr>
        <p:spPr>
          <a:xfrm>
            <a:off x="5609350" y="2658964"/>
            <a:ext cx="502061" cy="46166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de-DE" sz="800" dirty="0"/>
              <a:t>C</a:t>
            </a:r>
            <a:r>
              <a:rPr lang="de-DE" sz="800" baseline="-25000" dirty="0"/>
              <a:t>bias2</a:t>
            </a:r>
          </a:p>
          <a:p>
            <a:r>
              <a:rPr lang="de-DE" sz="800" dirty="0"/>
              <a:t>100nF</a:t>
            </a:r>
          </a:p>
          <a:p>
            <a:r>
              <a:rPr lang="de-DE" sz="800" dirty="0" err="1"/>
              <a:t>Keram</a:t>
            </a:r>
            <a:r>
              <a:rPr lang="de-DE" sz="800" dirty="0"/>
              <a:t>.</a:t>
            </a:r>
          </a:p>
        </p:txBody>
      </p:sp>
      <p:sp>
        <p:nvSpPr>
          <p:cNvPr id="147" name="Textfeld 146">
            <a:extLst>
              <a:ext uri="{FF2B5EF4-FFF2-40B4-BE49-F238E27FC236}">
                <a16:creationId xmlns:a16="http://schemas.microsoft.com/office/drawing/2014/main" id="{5CB753B1-5439-C14D-5D16-4725934164BB}"/>
              </a:ext>
            </a:extLst>
          </p:cNvPr>
          <p:cNvSpPr txBox="1"/>
          <p:nvPr/>
        </p:nvSpPr>
        <p:spPr>
          <a:xfrm>
            <a:off x="5127118" y="2645306"/>
            <a:ext cx="417102" cy="46166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de-DE" sz="800" dirty="0"/>
              <a:t>C</a:t>
            </a:r>
            <a:r>
              <a:rPr lang="de-DE" sz="800" baseline="-25000" dirty="0"/>
              <a:t>bias1</a:t>
            </a:r>
          </a:p>
          <a:p>
            <a:r>
              <a:rPr lang="de-DE" sz="800" dirty="0"/>
              <a:t>22µF</a:t>
            </a:r>
          </a:p>
          <a:p>
            <a:r>
              <a:rPr lang="de-DE" sz="800" dirty="0"/>
              <a:t>Elko</a:t>
            </a:r>
          </a:p>
        </p:txBody>
      </p:sp>
      <p:sp>
        <p:nvSpPr>
          <p:cNvPr id="155" name="Textfeld 154">
            <a:extLst>
              <a:ext uri="{FF2B5EF4-FFF2-40B4-BE49-F238E27FC236}">
                <a16:creationId xmlns:a16="http://schemas.microsoft.com/office/drawing/2014/main" id="{E75C1FA0-4BE2-B481-96AA-626CB53FB374}"/>
              </a:ext>
            </a:extLst>
          </p:cNvPr>
          <p:cNvSpPr txBox="1"/>
          <p:nvPr/>
        </p:nvSpPr>
        <p:spPr>
          <a:xfrm>
            <a:off x="6208688" y="2692814"/>
            <a:ext cx="343364" cy="33855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de-DE" sz="800" dirty="0"/>
              <a:t>R</a:t>
            </a:r>
            <a:r>
              <a:rPr lang="de-DE" sz="800" baseline="-25000" dirty="0"/>
              <a:t>b1</a:t>
            </a:r>
          </a:p>
          <a:p>
            <a:r>
              <a:rPr lang="de-DE" sz="800" dirty="0">
                <a:solidFill>
                  <a:srgbClr val="FF0000"/>
                </a:solidFill>
                <a:highlight>
                  <a:srgbClr val="FFFF00"/>
                </a:highlight>
              </a:rPr>
              <a:t>10</a:t>
            </a:r>
            <a:r>
              <a:rPr lang="de-DE" sz="800" dirty="0">
                <a:highlight>
                  <a:srgbClr val="FFFF00"/>
                </a:highlight>
              </a:rPr>
              <a:t>k</a:t>
            </a:r>
          </a:p>
        </p:txBody>
      </p:sp>
      <p:sp>
        <p:nvSpPr>
          <p:cNvPr id="156" name="Textfeld 155">
            <a:extLst>
              <a:ext uri="{FF2B5EF4-FFF2-40B4-BE49-F238E27FC236}">
                <a16:creationId xmlns:a16="http://schemas.microsoft.com/office/drawing/2014/main" id="{B15A7EE0-5A81-A379-A220-15AA8C3F692E}"/>
              </a:ext>
            </a:extLst>
          </p:cNvPr>
          <p:cNvSpPr txBox="1"/>
          <p:nvPr/>
        </p:nvSpPr>
        <p:spPr>
          <a:xfrm>
            <a:off x="6632190" y="2692814"/>
            <a:ext cx="343364" cy="33855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de-DE" sz="800" dirty="0"/>
              <a:t>R</a:t>
            </a:r>
            <a:r>
              <a:rPr lang="de-DE" sz="800" baseline="-25000" dirty="0"/>
              <a:t>b2</a:t>
            </a:r>
          </a:p>
          <a:p>
            <a:r>
              <a:rPr lang="de-DE" sz="800" dirty="0">
                <a:solidFill>
                  <a:srgbClr val="FF0000"/>
                </a:solidFill>
                <a:highlight>
                  <a:srgbClr val="FFFF00"/>
                </a:highlight>
              </a:rPr>
              <a:t>10</a:t>
            </a:r>
            <a:r>
              <a:rPr lang="de-DE" sz="800" dirty="0">
                <a:highlight>
                  <a:srgbClr val="FFFF00"/>
                </a:highlight>
              </a:rPr>
              <a:t>k</a:t>
            </a:r>
          </a:p>
        </p:txBody>
      </p:sp>
      <p:sp>
        <p:nvSpPr>
          <p:cNvPr id="153" name="Textfeld 152">
            <a:extLst>
              <a:ext uri="{FF2B5EF4-FFF2-40B4-BE49-F238E27FC236}">
                <a16:creationId xmlns:a16="http://schemas.microsoft.com/office/drawing/2014/main" id="{B6E6BC72-BE2E-39D7-0B53-2F943FE999B4}"/>
              </a:ext>
            </a:extLst>
          </p:cNvPr>
          <p:cNvSpPr txBox="1"/>
          <p:nvPr/>
        </p:nvSpPr>
        <p:spPr>
          <a:xfrm>
            <a:off x="4776487" y="1816873"/>
            <a:ext cx="546945" cy="46166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de-DE" sz="800" dirty="0"/>
              <a:t>C</a:t>
            </a:r>
            <a:r>
              <a:rPr lang="de-DE" sz="800" baseline="-25000" dirty="0"/>
              <a:t>ADC‘‘</a:t>
            </a:r>
          </a:p>
          <a:p>
            <a:r>
              <a:rPr lang="de-DE" sz="800" dirty="0"/>
              <a:t>47nF</a:t>
            </a:r>
          </a:p>
          <a:p>
            <a:r>
              <a:rPr lang="de-DE" sz="800" dirty="0"/>
              <a:t>Keramik</a:t>
            </a:r>
          </a:p>
        </p:txBody>
      </p:sp>
      <p:sp>
        <p:nvSpPr>
          <p:cNvPr id="154" name="Textfeld 153">
            <a:extLst>
              <a:ext uri="{FF2B5EF4-FFF2-40B4-BE49-F238E27FC236}">
                <a16:creationId xmlns:a16="http://schemas.microsoft.com/office/drawing/2014/main" id="{68A578EE-A5B4-19F8-06EC-790B2C6E1316}"/>
              </a:ext>
            </a:extLst>
          </p:cNvPr>
          <p:cNvSpPr txBox="1"/>
          <p:nvPr/>
        </p:nvSpPr>
        <p:spPr>
          <a:xfrm>
            <a:off x="4106900" y="2301800"/>
            <a:ext cx="572593" cy="33855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de-DE" sz="800" dirty="0"/>
              <a:t>Diode</a:t>
            </a:r>
            <a:endParaRPr lang="de-DE" sz="800" baseline="-25000" dirty="0"/>
          </a:p>
          <a:p>
            <a:r>
              <a:rPr lang="de-DE" sz="800" dirty="0"/>
              <a:t>Schottky</a:t>
            </a:r>
          </a:p>
        </p:txBody>
      </p:sp>
      <p:sp>
        <p:nvSpPr>
          <p:cNvPr id="139" name="Textfeld 138">
            <a:extLst>
              <a:ext uri="{FF2B5EF4-FFF2-40B4-BE49-F238E27FC236}">
                <a16:creationId xmlns:a16="http://schemas.microsoft.com/office/drawing/2014/main" id="{1E67DD23-E8E0-80BD-D6A4-C07340B3B1EB}"/>
              </a:ext>
            </a:extLst>
          </p:cNvPr>
          <p:cNvSpPr txBox="1"/>
          <p:nvPr/>
        </p:nvSpPr>
        <p:spPr>
          <a:xfrm>
            <a:off x="4418708" y="2683192"/>
            <a:ext cx="343364" cy="33855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de-DE" sz="800" dirty="0" err="1"/>
              <a:t>R</a:t>
            </a:r>
            <a:r>
              <a:rPr lang="de-DE" sz="800" baseline="-25000" dirty="0" err="1"/>
              <a:t>ser</a:t>
            </a:r>
            <a:endParaRPr lang="de-DE" sz="800" baseline="-25000" dirty="0"/>
          </a:p>
          <a:p>
            <a:r>
              <a:rPr lang="de-DE" sz="800" dirty="0"/>
              <a:t>10k</a:t>
            </a:r>
          </a:p>
        </p:txBody>
      </p:sp>
      <p:sp>
        <p:nvSpPr>
          <p:cNvPr id="100" name="Textfeld 99">
            <a:extLst>
              <a:ext uri="{FF2B5EF4-FFF2-40B4-BE49-F238E27FC236}">
                <a16:creationId xmlns:a16="http://schemas.microsoft.com/office/drawing/2014/main" id="{CBDB85D2-DA2A-C262-C182-931E870589E8}"/>
              </a:ext>
            </a:extLst>
          </p:cNvPr>
          <p:cNvSpPr txBox="1"/>
          <p:nvPr/>
        </p:nvSpPr>
        <p:spPr>
          <a:xfrm>
            <a:off x="4676425" y="2769119"/>
            <a:ext cx="343364" cy="33855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de-DE" sz="800" dirty="0" err="1"/>
              <a:t>R</a:t>
            </a:r>
            <a:r>
              <a:rPr lang="de-DE" sz="800" baseline="-25000" dirty="0" err="1"/>
              <a:t>inj</a:t>
            </a:r>
            <a:endParaRPr lang="de-DE" sz="800" baseline="-25000" dirty="0"/>
          </a:p>
          <a:p>
            <a:r>
              <a:rPr lang="de-DE" sz="800" dirty="0">
                <a:solidFill>
                  <a:srgbClr val="FF0000"/>
                </a:solidFill>
                <a:highlight>
                  <a:srgbClr val="FFFF00"/>
                </a:highlight>
              </a:rPr>
              <a:t>10k</a:t>
            </a:r>
          </a:p>
        </p:txBody>
      </p:sp>
      <p:cxnSp>
        <p:nvCxnSpPr>
          <p:cNvPr id="197" name="Gerader Verbinder 196">
            <a:extLst>
              <a:ext uri="{FF2B5EF4-FFF2-40B4-BE49-F238E27FC236}">
                <a16:creationId xmlns:a16="http://schemas.microsoft.com/office/drawing/2014/main" id="{113FD1EC-7AE9-87B2-FB02-2CD78B3158C1}"/>
              </a:ext>
            </a:extLst>
          </p:cNvPr>
          <p:cNvCxnSpPr>
            <a:cxnSpLocks/>
          </p:cNvCxnSpPr>
          <p:nvPr/>
        </p:nvCxnSpPr>
        <p:spPr>
          <a:xfrm>
            <a:off x="4464685" y="3516789"/>
            <a:ext cx="0" cy="267026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7" name="Textfeld 166">
            <a:extLst>
              <a:ext uri="{FF2B5EF4-FFF2-40B4-BE49-F238E27FC236}">
                <a16:creationId xmlns:a16="http://schemas.microsoft.com/office/drawing/2014/main" id="{27ADA714-D3D4-E0CB-D0FD-AB9FEC393387}"/>
              </a:ext>
            </a:extLst>
          </p:cNvPr>
          <p:cNvSpPr txBox="1"/>
          <p:nvPr/>
        </p:nvSpPr>
        <p:spPr>
          <a:xfrm>
            <a:off x="2389900" y="3812274"/>
            <a:ext cx="502061" cy="46166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de-DE" sz="800" dirty="0" err="1"/>
              <a:t>C</a:t>
            </a:r>
            <a:r>
              <a:rPr lang="de-DE" sz="800" baseline="-25000" dirty="0" err="1"/>
              <a:t>div</a:t>
            </a:r>
            <a:r>
              <a:rPr lang="de-DE" sz="800" baseline="-25000" dirty="0"/>
              <a:t>‘</a:t>
            </a:r>
          </a:p>
          <a:p>
            <a:r>
              <a:rPr lang="de-DE" sz="800" dirty="0"/>
              <a:t>2,2nF</a:t>
            </a:r>
          </a:p>
          <a:p>
            <a:r>
              <a:rPr lang="de-DE" sz="800" dirty="0" err="1"/>
              <a:t>Keram</a:t>
            </a:r>
            <a:r>
              <a:rPr lang="de-DE" sz="800" dirty="0"/>
              <a:t>.</a:t>
            </a:r>
          </a:p>
        </p:txBody>
      </p:sp>
      <p:sp>
        <p:nvSpPr>
          <p:cNvPr id="168" name="Textfeld 167">
            <a:extLst>
              <a:ext uri="{FF2B5EF4-FFF2-40B4-BE49-F238E27FC236}">
                <a16:creationId xmlns:a16="http://schemas.microsoft.com/office/drawing/2014/main" id="{2DDA2237-64DB-97EA-067F-9804CDAE86AE}"/>
              </a:ext>
            </a:extLst>
          </p:cNvPr>
          <p:cNvSpPr txBox="1"/>
          <p:nvPr/>
        </p:nvSpPr>
        <p:spPr>
          <a:xfrm>
            <a:off x="2809150" y="3869574"/>
            <a:ext cx="343364" cy="33855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de-DE" sz="800" dirty="0"/>
              <a:t>R</a:t>
            </a:r>
            <a:r>
              <a:rPr lang="de-DE" sz="800" baseline="-25000" dirty="0"/>
              <a:t>2‘</a:t>
            </a:r>
          </a:p>
          <a:p>
            <a:r>
              <a:rPr lang="de-DE" sz="800" dirty="0"/>
              <a:t>10k</a:t>
            </a:r>
          </a:p>
        </p:txBody>
      </p:sp>
      <p:sp>
        <p:nvSpPr>
          <p:cNvPr id="193" name="Textfeld 192">
            <a:extLst>
              <a:ext uri="{FF2B5EF4-FFF2-40B4-BE49-F238E27FC236}">
                <a16:creationId xmlns:a16="http://schemas.microsoft.com/office/drawing/2014/main" id="{088DEDB7-103D-9F7D-8860-89FF596DEB25}"/>
              </a:ext>
            </a:extLst>
          </p:cNvPr>
          <p:cNvSpPr txBox="1"/>
          <p:nvPr/>
        </p:nvSpPr>
        <p:spPr>
          <a:xfrm>
            <a:off x="3996670" y="3818157"/>
            <a:ext cx="502061" cy="46166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de-DE" sz="800" dirty="0" err="1"/>
              <a:t>C</a:t>
            </a:r>
            <a:r>
              <a:rPr lang="de-DE" sz="800" baseline="-25000" dirty="0" err="1"/>
              <a:t>div</a:t>
            </a:r>
            <a:r>
              <a:rPr lang="de-DE" sz="800" baseline="-25000" dirty="0"/>
              <a:t>‘‘</a:t>
            </a:r>
          </a:p>
          <a:p>
            <a:r>
              <a:rPr lang="de-DE" sz="800" dirty="0"/>
              <a:t>2,2nF</a:t>
            </a:r>
          </a:p>
          <a:p>
            <a:r>
              <a:rPr lang="de-DE" sz="800" dirty="0" err="1"/>
              <a:t>Keram</a:t>
            </a:r>
            <a:r>
              <a:rPr lang="de-DE" sz="800" dirty="0"/>
              <a:t>.</a:t>
            </a:r>
          </a:p>
        </p:txBody>
      </p:sp>
      <p:sp>
        <p:nvSpPr>
          <p:cNvPr id="194" name="Textfeld 193">
            <a:extLst>
              <a:ext uri="{FF2B5EF4-FFF2-40B4-BE49-F238E27FC236}">
                <a16:creationId xmlns:a16="http://schemas.microsoft.com/office/drawing/2014/main" id="{43216648-6CE1-5F3D-5EE3-FD8ACB4ACD2E}"/>
              </a:ext>
            </a:extLst>
          </p:cNvPr>
          <p:cNvSpPr txBox="1"/>
          <p:nvPr/>
        </p:nvSpPr>
        <p:spPr>
          <a:xfrm>
            <a:off x="4456308" y="3852007"/>
            <a:ext cx="343364" cy="33855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de-DE" sz="800" dirty="0"/>
              <a:t>R</a:t>
            </a:r>
            <a:r>
              <a:rPr lang="de-DE" sz="800" baseline="-25000" dirty="0"/>
              <a:t>2‘‘</a:t>
            </a:r>
          </a:p>
          <a:p>
            <a:r>
              <a:rPr lang="de-DE" sz="800" dirty="0"/>
              <a:t>10k</a:t>
            </a:r>
          </a:p>
        </p:txBody>
      </p:sp>
      <p:sp>
        <p:nvSpPr>
          <p:cNvPr id="195" name="Textfeld 194">
            <a:extLst>
              <a:ext uri="{FF2B5EF4-FFF2-40B4-BE49-F238E27FC236}">
                <a16:creationId xmlns:a16="http://schemas.microsoft.com/office/drawing/2014/main" id="{2D23EF05-21C5-9351-4C0B-A15558DB5689}"/>
              </a:ext>
            </a:extLst>
          </p:cNvPr>
          <p:cNvSpPr txBox="1"/>
          <p:nvPr/>
        </p:nvSpPr>
        <p:spPr>
          <a:xfrm>
            <a:off x="5019510" y="3852007"/>
            <a:ext cx="397866" cy="33855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de-DE" sz="800" dirty="0"/>
              <a:t>R</a:t>
            </a:r>
            <a:r>
              <a:rPr lang="de-DE" sz="800" baseline="-25000" dirty="0"/>
              <a:t>1‘‘</a:t>
            </a:r>
          </a:p>
          <a:p>
            <a:r>
              <a:rPr lang="de-DE" sz="800" dirty="0"/>
              <a:t>180k</a:t>
            </a:r>
          </a:p>
        </p:txBody>
      </p:sp>
      <p:cxnSp>
        <p:nvCxnSpPr>
          <p:cNvPr id="165" name="Gerader Verbinder 164">
            <a:extLst>
              <a:ext uri="{FF2B5EF4-FFF2-40B4-BE49-F238E27FC236}">
                <a16:creationId xmlns:a16="http://schemas.microsoft.com/office/drawing/2014/main" id="{58CCCB31-5A27-666D-5B9E-065040306F05}"/>
              </a:ext>
            </a:extLst>
          </p:cNvPr>
          <p:cNvCxnSpPr>
            <a:cxnSpLocks/>
          </p:cNvCxnSpPr>
          <p:nvPr/>
        </p:nvCxnSpPr>
        <p:spPr>
          <a:xfrm>
            <a:off x="3394709" y="3767138"/>
            <a:ext cx="0" cy="168725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9" name="Textfeld 168">
            <a:extLst>
              <a:ext uri="{FF2B5EF4-FFF2-40B4-BE49-F238E27FC236}">
                <a16:creationId xmlns:a16="http://schemas.microsoft.com/office/drawing/2014/main" id="{7E6E3AF5-4FA6-4002-F696-7826AFAF6774}"/>
              </a:ext>
            </a:extLst>
          </p:cNvPr>
          <p:cNvSpPr txBox="1"/>
          <p:nvPr/>
        </p:nvSpPr>
        <p:spPr>
          <a:xfrm>
            <a:off x="3360352" y="3860410"/>
            <a:ext cx="397866" cy="33855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de-DE" sz="800" dirty="0"/>
              <a:t>R</a:t>
            </a:r>
            <a:r>
              <a:rPr lang="de-DE" sz="800" baseline="-25000" dirty="0"/>
              <a:t>1‘</a:t>
            </a:r>
          </a:p>
          <a:p>
            <a:r>
              <a:rPr lang="de-DE" sz="800" dirty="0"/>
              <a:t>180k</a:t>
            </a:r>
          </a:p>
        </p:txBody>
      </p:sp>
      <p:cxnSp>
        <p:nvCxnSpPr>
          <p:cNvPr id="173" name="Gerader Verbinder 172">
            <a:extLst>
              <a:ext uri="{FF2B5EF4-FFF2-40B4-BE49-F238E27FC236}">
                <a16:creationId xmlns:a16="http://schemas.microsoft.com/office/drawing/2014/main" id="{A34D3F2C-3582-46B3-21E5-0E037D4DD121}"/>
              </a:ext>
            </a:extLst>
          </p:cNvPr>
          <p:cNvCxnSpPr>
            <a:cxnSpLocks/>
          </p:cNvCxnSpPr>
          <p:nvPr/>
        </p:nvCxnSpPr>
        <p:spPr>
          <a:xfrm>
            <a:off x="2412874" y="3770326"/>
            <a:ext cx="982620" cy="0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2" name="Textfeld 151">
            <a:extLst>
              <a:ext uri="{FF2B5EF4-FFF2-40B4-BE49-F238E27FC236}">
                <a16:creationId xmlns:a16="http://schemas.microsoft.com/office/drawing/2014/main" id="{D8A863AD-EE90-7111-B615-42A807169466}"/>
              </a:ext>
            </a:extLst>
          </p:cNvPr>
          <p:cNvSpPr txBox="1"/>
          <p:nvPr/>
        </p:nvSpPr>
        <p:spPr>
          <a:xfrm>
            <a:off x="4443109" y="1814496"/>
            <a:ext cx="546945" cy="46166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de-DE" sz="800" dirty="0"/>
              <a:t>C</a:t>
            </a:r>
            <a:r>
              <a:rPr lang="de-DE" sz="800" baseline="-25000" dirty="0"/>
              <a:t>ADC‘</a:t>
            </a:r>
          </a:p>
          <a:p>
            <a:r>
              <a:rPr lang="de-DE" sz="800" dirty="0"/>
              <a:t>47nF</a:t>
            </a:r>
          </a:p>
          <a:p>
            <a:r>
              <a:rPr lang="de-DE" sz="800" dirty="0"/>
              <a:t>Keramik</a:t>
            </a:r>
          </a:p>
        </p:txBody>
      </p:sp>
      <p:sp>
        <p:nvSpPr>
          <p:cNvPr id="146" name="Textfeld 145">
            <a:extLst>
              <a:ext uri="{FF2B5EF4-FFF2-40B4-BE49-F238E27FC236}">
                <a16:creationId xmlns:a16="http://schemas.microsoft.com/office/drawing/2014/main" id="{1DB7CB9C-4207-FCED-C5FF-69F08051FC42}"/>
              </a:ext>
            </a:extLst>
          </p:cNvPr>
          <p:cNvSpPr txBox="1"/>
          <p:nvPr/>
        </p:nvSpPr>
        <p:spPr>
          <a:xfrm>
            <a:off x="2980832" y="1381579"/>
            <a:ext cx="813043" cy="46166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de-DE" sz="800" dirty="0"/>
              <a:t>C</a:t>
            </a:r>
            <a:endParaRPr lang="de-DE" sz="800" baseline="-25000" dirty="0"/>
          </a:p>
          <a:p>
            <a:r>
              <a:rPr lang="de-DE" sz="800" dirty="0"/>
              <a:t>10µF</a:t>
            </a:r>
          </a:p>
          <a:p>
            <a:r>
              <a:rPr lang="de-DE" sz="800" dirty="0"/>
              <a:t>Elko oder Film</a:t>
            </a:r>
          </a:p>
        </p:txBody>
      </p:sp>
      <p:cxnSp>
        <p:nvCxnSpPr>
          <p:cNvPr id="176" name="Gerader Verbinder 175">
            <a:extLst>
              <a:ext uri="{FF2B5EF4-FFF2-40B4-BE49-F238E27FC236}">
                <a16:creationId xmlns:a16="http://schemas.microsoft.com/office/drawing/2014/main" id="{89F0AC55-11CF-3892-A5A5-56AF1B8EA157}"/>
              </a:ext>
            </a:extLst>
          </p:cNvPr>
          <p:cNvCxnSpPr>
            <a:cxnSpLocks/>
          </p:cNvCxnSpPr>
          <p:nvPr/>
        </p:nvCxnSpPr>
        <p:spPr>
          <a:xfrm>
            <a:off x="2855648" y="3493672"/>
            <a:ext cx="2242" cy="270882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Gerader Verbinder 126">
            <a:extLst>
              <a:ext uri="{FF2B5EF4-FFF2-40B4-BE49-F238E27FC236}">
                <a16:creationId xmlns:a16="http://schemas.microsoft.com/office/drawing/2014/main" id="{AAD1A8B2-B55A-E2BC-2261-A801D2A6C71D}"/>
              </a:ext>
            </a:extLst>
          </p:cNvPr>
          <p:cNvCxnSpPr>
            <a:cxnSpLocks/>
            <a:stCxn id="112" idx="2"/>
          </p:cNvCxnSpPr>
          <p:nvPr/>
        </p:nvCxnSpPr>
        <p:spPr>
          <a:xfrm>
            <a:off x="2857501" y="2969228"/>
            <a:ext cx="458" cy="419424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Gerader Verbinder 39">
            <a:extLst>
              <a:ext uri="{FF2B5EF4-FFF2-40B4-BE49-F238E27FC236}">
                <a16:creationId xmlns:a16="http://schemas.microsoft.com/office/drawing/2014/main" id="{BB9DF4AB-B8F1-DB3C-44DA-07C498902394}"/>
              </a:ext>
            </a:extLst>
          </p:cNvPr>
          <p:cNvCxnSpPr>
            <a:cxnSpLocks/>
          </p:cNvCxnSpPr>
          <p:nvPr/>
        </p:nvCxnSpPr>
        <p:spPr>
          <a:xfrm flipH="1">
            <a:off x="2855648" y="3205067"/>
            <a:ext cx="1550236" cy="0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8" name="Textfeld 97">
            <a:extLst>
              <a:ext uri="{FF2B5EF4-FFF2-40B4-BE49-F238E27FC236}">
                <a16:creationId xmlns:a16="http://schemas.microsoft.com/office/drawing/2014/main" id="{F74A5245-1101-08E7-A213-9294B765A944}"/>
              </a:ext>
            </a:extLst>
          </p:cNvPr>
          <p:cNvSpPr txBox="1"/>
          <p:nvPr/>
        </p:nvSpPr>
        <p:spPr>
          <a:xfrm>
            <a:off x="3267122" y="2890991"/>
            <a:ext cx="343364" cy="33855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de-DE" sz="800" dirty="0" err="1"/>
              <a:t>R</a:t>
            </a:r>
            <a:r>
              <a:rPr lang="de-DE" sz="800" baseline="-25000" dirty="0" err="1"/>
              <a:t>inj</a:t>
            </a:r>
            <a:endParaRPr lang="de-DE" sz="800" baseline="-25000" dirty="0"/>
          </a:p>
          <a:p>
            <a:r>
              <a:rPr lang="de-DE" sz="800" dirty="0">
                <a:solidFill>
                  <a:srgbClr val="FF0000"/>
                </a:solidFill>
                <a:highlight>
                  <a:srgbClr val="FFFF00"/>
                </a:highlight>
              </a:rPr>
              <a:t>10k</a:t>
            </a:r>
          </a:p>
        </p:txBody>
      </p:sp>
      <p:sp>
        <p:nvSpPr>
          <p:cNvPr id="140" name="Textfeld 139">
            <a:extLst>
              <a:ext uri="{FF2B5EF4-FFF2-40B4-BE49-F238E27FC236}">
                <a16:creationId xmlns:a16="http://schemas.microsoft.com/office/drawing/2014/main" id="{1ED8589E-46F6-2648-E7CA-35ADC4CE25F4}"/>
              </a:ext>
            </a:extLst>
          </p:cNvPr>
          <p:cNvSpPr txBox="1"/>
          <p:nvPr/>
        </p:nvSpPr>
        <p:spPr>
          <a:xfrm>
            <a:off x="2818321" y="2716248"/>
            <a:ext cx="354584" cy="33855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de-DE" sz="800" dirty="0" err="1"/>
              <a:t>R</a:t>
            </a:r>
            <a:r>
              <a:rPr lang="de-DE" sz="800" baseline="-25000" dirty="0" err="1"/>
              <a:t>ser</a:t>
            </a:r>
            <a:endParaRPr lang="de-DE" sz="800" baseline="-25000" dirty="0"/>
          </a:p>
          <a:p>
            <a:r>
              <a:rPr lang="de-DE" sz="800" dirty="0"/>
              <a:t>10k</a:t>
            </a:r>
          </a:p>
        </p:txBody>
      </p:sp>
      <p:sp>
        <p:nvSpPr>
          <p:cNvPr id="137" name="Textfeld 136">
            <a:extLst>
              <a:ext uri="{FF2B5EF4-FFF2-40B4-BE49-F238E27FC236}">
                <a16:creationId xmlns:a16="http://schemas.microsoft.com/office/drawing/2014/main" id="{ECDA99EE-B404-CC4E-3694-9E6B22066C98}"/>
              </a:ext>
            </a:extLst>
          </p:cNvPr>
          <p:cNvSpPr txBox="1"/>
          <p:nvPr/>
        </p:nvSpPr>
        <p:spPr>
          <a:xfrm>
            <a:off x="2641157" y="3099589"/>
            <a:ext cx="274434" cy="21544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de-DE" sz="800" dirty="0"/>
              <a:t>B‘</a:t>
            </a:r>
          </a:p>
        </p:txBody>
      </p:sp>
      <p:sp>
        <p:nvSpPr>
          <p:cNvPr id="141" name="Textfeld 140">
            <a:extLst>
              <a:ext uri="{FF2B5EF4-FFF2-40B4-BE49-F238E27FC236}">
                <a16:creationId xmlns:a16="http://schemas.microsoft.com/office/drawing/2014/main" id="{CA50886B-47D9-D5FC-2F81-83672961BFA2}"/>
              </a:ext>
            </a:extLst>
          </p:cNvPr>
          <p:cNvSpPr txBox="1"/>
          <p:nvPr/>
        </p:nvSpPr>
        <p:spPr>
          <a:xfrm>
            <a:off x="2855648" y="3258002"/>
            <a:ext cx="478016" cy="46166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de-DE" sz="800" dirty="0" err="1"/>
              <a:t>C</a:t>
            </a:r>
            <a:r>
              <a:rPr lang="de-DE" sz="800" baseline="-25000" dirty="0" err="1"/>
              <a:t>couple</a:t>
            </a:r>
            <a:r>
              <a:rPr lang="de-DE" sz="800" baseline="-25000" dirty="0"/>
              <a:t>‘</a:t>
            </a:r>
          </a:p>
          <a:p>
            <a:r>
              <a:rPr lang="de-DE" sz="800" dirty="0"/>
              <a:t>1µF</a:t>
            </a:r>
          </a:p>
          <a:p>
            <a:r>
              <a:rPr lang="de-DE" sz="800" dirty="0"/>
              <a:t>Film</a:t>
            </a:r>
          </a:p>
        </p:txBody>
      </p:sp>
      <p:sp>
        <p:nvSpPr>
          <p:cNvPr id="143" name="Textfeld 142">
            <a:extLst>
              <a:ext uri="{FF2B5EF4-FFF2-40B4-BE49-F238E27FC236}">
                <a16:creationId xmlns:a16="http://schemas.microsoft.com/office/drawing/2014/main" id="{9CDB31E7-D106-5F10-1540-44DD03F3AD21}"/>
              </a:ext>
            </a:extLst>
          </p:cNvPr>
          <p:cNvSpPr txBox="1"/>
          <p:nvPr/>
        </p:nvSpPr>
        <p:spPr>
          <a:xfrm>
            <a:off x="4222484" y="3545243"/>
            <a:ext cx="300082" cy="21544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de-DE" sz="800" dirty="0"/>
              <a:t>A‘‘</a:t>
            </a:r>
          </a:p>
        </p:txBody>
      </p:sp>
      <p:sp>
        <p:nvSpPr>
          <p:cNvPr id="144" name="Textfeld 143">
            <a:extLst>
              <a:ext uri="{FF2B5EF4-FFF2-40B4-BE49-F238E27FC236}">
                <a16:creationId xmlns:a16="http://schemas.microsoft.com/office/drawing/2014/main" id="{CB79CA44-6A1F-C530-69E3-15EA428A07DB}"/>
              </a:ext>
            </a:extLst>
          </p:cNvPr>
          <p:cNvSpPr txBox="1"/>
          <p:nvPr/>
        </p:nvSpPr>
        <p:spPr>
          <a:xfrm>
            <a:off x="4446346" y="3258001"/>
            <a:ext cx="497252" cy="46166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de-DE" sz="800" dirty="0" err="1"/>
              <a:t>C</a:t>
            </a:r>
            <a:r>
              <a:rPr lang="de-DE" sz="800" baseline="-25000" dirty="0" err="1"/>
              <a:t>couple</a:t>
            </a:r>
            <a:r>
              <a:rPr lang="de-DE" sz="800" baseline="-25000" dirty="0"/>
              <a:t>‘‘</a:t>
            </a:r>
          </a:p>
          <a:p>
            <a:r>
              <a:rPr lang="de-DE" sz="800" dirty="0"/>
              <a:t>1µF</a:t>
            </a:r>
          </a:p>
          <a:p>
            <a:r>
              <a:rPr lang="de-DE" sz="800" dirty="0"/>
              <a:t>Film</a:t>
            </a:r>
          </a:p>
        </p:txBody>
      </p:sp>
      <p:sp>
        <p:nvSpPr>
          <p:cNvPr id="142" name="Textfeld 141">
            <a:extLst>
              <a:ext uri="{FF2B5EF4-FFF2-40B4-BE49-F238E27FC236}">
                <a16:creationId xmlns:a16="http://schemas.microsoft.com/office/drawing/2014/main" id="{A1A8DC8B-E197-A543-8179-4C8F78CE4486}"/>
              </a:ext>
            </a:extLst>
          </p:cNvPr>
          <p:cNvSpPr txBox="1"/>
          <p:nvPr/>
        </p:nvSpPr>
        <p:spPr>
          <a:xfrm>
            <a:off x="2641157" y="3549110"/>
            <a:ext cx="272832" cy="21544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de-DE" sz="800" dirty="0"/>
              <a:t>A‘</a:t>
            </a:r>
          </a:p>
        </p:txBody>
      </p:sp>
      <p:sp>
        <p:nvSpPr>
          <p:cNvPr id="138" name="Textfeld 137">
            <a:extLst>
              <a:ext uri="{FF2B5EF4-FFF2-40B4-BE49-F238E27FC236}">
                <a16:creationId xmlns:a16="http://schemas.microsoft.com/office/drawing/2014/main" id="{1875A98C-4093-9B31-5E6F-995658A06556}"/>
              </a:ext>
            </a:extLst>
          </p:cNvPr>
          <p:cNvSpPr txBox="1"/>
          <p:nvPr/>
        </p:nvSpPr>
        <p:spPr>
          <a:xfrm>
            <a:off x="4220880" y="2963157"/>
            <a:ext cx="301686" cy="21544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de-DE" sz="800" dirty="0"/>
              <a:t>B‘‘</a:t>
            </a:r>
          </a:p>
        </p:txBody>
      </p:sp>
      <p:cxnSp>
        <p:nvCxnSpPr>
          <p:cNvPr id="9" name="Gerader Verbinder 8">
            <a:extLst>
              <a:ext uri="{FF2B5EF4-FFF2-40B4-BE49-F238E27FC236}">
                <a16:creationId xmlns:a16="http://schemas.microsoft.com/office/drawing/2014/main" id="{C8264A54-906B-A694-A5BF-2756B97328A1}"/>
              </a:ext>
            </a:extLst>
          </p:cNvPr>
          <p:cNvCxnSpPr>
            <a:cxnSpLocks/>
          </p:cNvCxnSpPr>
          <p:nvPr/>
        </p:nvCxnSpPr>
        <p:spPr>
          <a:xfrm>
            <a:off x="2290439" y="1393794"/>
            <a:ext cx="432372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Gerader Verbinder 10">
            <a:extLst>
              <a:ext uri="{FF2B5EF4-FFF2-40B4-BE49-F238E27FC236}">
                <a16:creationId xmlns:a16="http://schemas.microsoft.com/office/drawing/2014/main" id="{AC17B09A-4FA0-9AE0-5563-C11D3F61BAD8}"/>
              </a:ext>
            </a:extLst>
          </p:cNvPr>
          <p:cNvCxnSpPr>
            <a:cxnSpLocks/>
          </p:cNvCxnSpPr>
          <p:nvPr/>
        </p:nvCxnSpPr>
        <p:spPr>
          <a:xfrm>
            <a:off x="2290439" y="1814497"/>
            <a:ext cx="4787084" cy="1524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Gerader Verbinder 11">
            <a:extLst>
              <a:ext uri="{FF2B5EF4-FFF2-40B4-BE49-F238E27FC236}">
                <a16:creationId xmlns:a16="http://schemas.microsoft.com/office/drawing/2014/main" id="{1721E0AA-556E-C6AE-1229-2B40F5637C4E}"/>
              </a:ext>
            </a:extLst>
          </p:cNvPr>
          <p:cNvCxnSpPr>
            <a:cxnSpLocks/>
          </p:cNvCxnSpPr>
          <p:nvPr/>
        </p:nvCxnSpPr>
        <p:spPr>
          <a:xfrm>
            <a:off x="2290439" y="2655902"/>
            <a:ext cx="2532783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Gerader Verbinder 12">
            <a:extLst>
              <a:ext uri="{FF2B5EF4-FFF2-40B4-BE49-F238E27FC236}">
                <a16:creationId xmlns:a16="http://schemas.microsoft.com/office/drawing/2014/main" id="{15A35AC4-053B-E11F-C83B-3CC71E54D8BE}"/>
              </a:ext>
            </a:extLst>
          </p:cNvPr>
          <p:cNvCxnSpPr>
            <a:cxnSpLocks/>
          </p:cNvCxnSpPr>
          <p:nvPr/>
        </p:nvCxnSpPr>
        <p:spPr>
          <a:xfrm>
            <a:off x="2290439" y="2235200"/>
            <a:ext cx="2179961" cy="0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Gerader Verbinder 14">
            <a:extLst>
              <a:ext uri="{FF2B5EF4-FFF2-40B4-BE49-F238E27FC236}">
                <a16:creationId xmlns:a16="http://schemas.microsoft.com/office/drawing/2014/main" id="{6415C505-AAC5-D009-12EB-6404AF93F84C}"/>
              </a:ext>
            </a:extLst>
          </p:cNvPr>
          <p:cNvCxnSpPr/>
          <p:nvPr/>
        </p:nvCxnSpPr>
        <p:spPr>
          <a:xfrm>
            <a:off x="2672179" y="1393794"/>
            <a:ext cx="0" cy="15092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Gerader Verbinder 15">
            <a:extLst>
              <a:ext uri="{FF2B5EF4-FFF2-40B4-BE49-F238E27FC236}">
                <a16:creationId xmlns:a16="http://schemas.microsoft.com/office/drawing/2014/main" id="{5962CD78-71D8-9E24-0572-1EF23D2B7BB0}"/>
              </a:ext>
            </a:extLst>
          </p:cNvPr>
          <p:cNvCxnSpPr/>
          <p:nvPr/>
        </p:nvCxnSpPr>
        <p:spPr>
          <a:xfrm>
            <a:off x="2672179" y="1652726"/>
            <a:ext cx="0" cy="15092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Gerader Verbinder 17">
            <a:extLst>
              <a:ext uri="{FF2B5EF4-FFF2-40B4-BE49-F238E27FC236}">
                <a16:creationId xmlns:a16="http://schemas.microsoft.com/office/drawing/2014/main" id="{D46626FF-F818-2E37-80CF-AEE2CB0B7A3E}"/>
              </a:ext>
            </a:extLst>
          </p:cNvPr>
          <p:cNvCxnSpPr/>
          <p:nvPr/>
        </p:nvCxnSpPr>
        <p:spPr>
          <a:xfrm>
            <a:off x="2612231" y="1544715"/>
            <a:ext cx="11668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Gerader Verbinder 18">
            <a:extLst>
              <a:ext uri="{FF2B5EF4-FFF2-40B4-BE49-F238E27FC236}">
                <a16:creationId xmlns:a16="http://schemas.microsoft.com/office/drawing/2014/main" id="{DFA4FBF6-4D04-A559-EC18-C3DE36060735}"/>
              </a:ext>
            </a:extLst>
          </p:cNvPr>
          <p:cNvCxnSpPr/>
          <p:nvPr/>
        </p:nvCxnSpPr>
        <p:spPr>
          <a:xfrm>
            <a:off x="2612231" y="1652726"/>
            <a:ext cx="11668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Gerader Verbinder 19">
            <a:extLst>
              <a:ext uri="{FF2B5EF4-FFF2-40B4-BE49-F238E27FC236}">
                <a16:creationId xmlns:a16="http://schemas.microsoft.com/office/drawing/2014/main" id="{35109389-58D4-C43E-C72D-3756440E58BE}"/>
              </a:ext>
            </a:extLst>
          </p:cNvPr>
          <p:cNvCxnSpPr/>
          <p:nvPr/>
        </p:nvCxnSpPr>
        <p:spPr>
          <a:xfrm>
            <a:off x="3055561" y="1393794"/>
            <a:ext cx="0" cy="15092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Gerader Verbinder 20">
            <a:extLst>
              <a:ext uri="{FF2B5EF4-FFF2-40B4-BE49-F238E27FC236}">
                <a16:creationId xmlns:a16="http://schemas.microsoft.com/office/drawing/2014/main" id="{7FD6AA32-3354-E1D3-E45A-39FAE83ED062}"/>
              </a:ext>
            </a:extLst>
          </p:cNvPr>
          <p:cNvCxnSpPr/>
          <p:nvPr/>
        </p:nvCxnSpPr>
        <p:spPr>
          <a:xfrm>
            <a:off x="3055561" y="1652726"/>
            <a:ext cx="0" cy="15092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Gerader Verbinder 21">
            <a:extLst>
              <a:ext uri="{FF2B5EF4-FFF2-40B4-BE49-F238E27FC236}">
                <a16:creationId xmlns:a16="http://schemas.microsoft.com/office/drawing/2014/main" id="{4DD179FB-A6C9-6E9F-DC2F-0352E1C51A8C}"/>
              </a:ext>
            </a:extLst>
          </p:cNvPr>
          <p:cNvCxnSpPr/>
          <p:nvPr/>
        </p:nvCxnSpPr>
        <p:spPr>
          <a:xfrm>
            <a:off x="2995613" y="1544715"/>
            <a:ext cx="11668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Gerader Verbinder 22">
            <a:extLst>
              <a:ext uri="{FF2B5EF4-FFF2-40B4-BE49-F238E27FC236}">
                <a16:creationId xmlns:a16="http://schemas.microsoft.com/office/drawing/2014/main" id="{E51F12E6-A105-8F9C-71A4-3B1EC2A25401}"/>
              </a:ext>
            </a:extLst>
          </p:cNvPr>
          <p:cNvCxnSpPr/>
          <p:nvPr/>
        </p:nvCxnSpPr>
        <p:spPr>
          <a:xfrm>
            <a:off x="2995613" y="1652726"/>
            <a:ext cx="11668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" name="Gruppieren 2">
            <a:extLst>
              <a:ext uri="{FF2B5EF4-FFF2-40B4-BE49-F238E27FC236}">
                <a16:creationId xmlns:a16="http://schemas.microsoft.com/office/drawing/2014/main" id="{AC160EC3-2798-2690-815B-C2D5B5AF88B3}"/>
              </a:ext>
            </a:extLst>
          </p:cNvPr>
          <p:cNvGrpSpPr/>
          <p:nvPr/>
        </p:nvGrpSpPr>
        <p:grpSpPr>
          <a:xfrm rot="10800000">
            <a:off x="3315890" y="1994769"/>
            <a:ext cx="116682" cy="103335"/>
            <a:chOff x="3315890" y="1994769"/>
            <a:chExt cx="116682" cy="103335"/>
          </a:xfrm>
        </p:grpSpPr>
        <p:sp>
          <p:nvSpPr>
            <p:cNvPr id="24" name="Gleichschenkliges Dreieck 23">
              <a:extLst>
                <a:ext uri="{FF2B5EF4-FFF2-40B4-BE49-F238E27FC236}">
                  <a16:creationId xmlns:a16="http://schemas.microsoft.com/office/drawing/2014/main" id="{8E6173E0-27E7-5E66-5CFD-FF1C67E2D1DE}"/>
                </a:ext>
              </a:extLst>
            </p:cNvPr>
            <p:cNvSpPr/>
            <p:nvPr/>
          </p:nvSpPr>
          <p:spPr>
            <a:xfrm>
              <a:off x="3324225" y="2011886"/>
              <a:ext cx="100013" cy="86218"/>
            </a:xfrm>
            <a:prstGeom prst="triangle">
              <a:avLst/>
            </a:prstGeom>
            <a:noFill/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cxnSp>
          <p:nvCxnSpPr>
            <p:cNvPr id="25" name="Gerader Verbinder 24">
              <a:extLst>
                <a:ext uri="{FF2B5EF4-FFF2-40B4-BE49-F238E27FC236}">
                  <a16:creationId xmlns:a16="http://schemas.microsoft.com/office/drawing/2014/main" id="{CC8C067B-7025-03DB-3752-F1FF8658F972}"/>
                </a:ext>
              </a:extLst>
            </p:cNvPr>
            <p:cNvCxnSpPr/>
            <p:nvPr/>
          </p:nvCxnSpPr>
          <p:spPr>
            <a:xfrm>
              <a:off x="3315890" y="1994769"/>
              <a:ext cx="116682" cy="0"/>
            </a:xfrm>
            <a:prstGeom prst="line">
              <a:avLst/>
            </a:prstGeom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7" name="Gerader Verbinder 26">
            <a:extLst>
              <a:ext uri="{FF2B5EF4-FFF2-40B4-BE49-F238E27FC236}">
                <a16:creationId xmlns:a16="http://schemas.microsoft.com/office/drawing/2014/main" id="{060E718F-CBC2-6F6F-A2E8-95139C715E51}"/>
              </a:ext>
            </a:extLst>
          </p:cNvPr>
          <p:cNvCxnSpPr>
            <a:cxnSpLocks/>
            <a:stCxn id="24" idx="3"/>
          </p:cNvCxnSpPr>
          <p:nvPr/>
        </p:nvCxnSpPr>
        <p:spPr>
          <a:xfrm flipV="1">
            <a:off x="3374230" y="1820314"/>
            <a:ext cx="1" cy="174455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Gerader Verbinder 28">
            <a:extLst>
              <a:ext uri="{FF2B5EF4-FFF2-40B4-BE49-F238E27FC236}">
                <a16:creationId xmlns:a16="http://schemas.microsoft.com/office/drawing/2014/main" id="{71DDC073-B33C-5B1D-0AEC-43C77506B9ED}"/>
              </a:ext>
            </a:extLst>
          </p:cNvPr>
          <p:cNvCxnSpPr>
            <a:cxnSpLocks/>
          </p:cNvCxnSpPr>
          <p:nvPr/>
        </p:nvCxnSpPr>
        <p:spPr>
          <a:xfrm flipV="1">
            <a:off x="3374231" y="2090554"/>
            <a:ext cx="0" cy="139612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60" name="Gruppieren 59">
            <a:extLst>
              <a:ext uri="{FF2B5EF4-FFF2-40B4-BE49-F238E27FC236}">
                <a16:creationId xmlns:a16="http://schemas.microsoft.com/office/drawing/2014/main" id="{169974C9-9E38-A475-A63D-104CD2D1A81E}"/>
              </a:ext>
            </a:extLst>
          </p:cNvPr>
          <p:cNvGrpSpPr/>
          <p:nvPr/>
        </p:nvGrpSpPr>
        <p:grpSpPr>
          <a:xfrm>
            <a:off x="3584553" y="1994768"/>
            <a:ext cx="116682" cy="103335"/>
            <a:chOff x="3584553" y="1994768"/>
            <a:chExt cx="116682" cy="103335"/>
          </a:xfrm>
        </p:grpSpPr>
        <p:sp>
          <p:nvSpPr>
            <p:cNvPr id="31" name="Gleichschenkliges Dreieck 30">
              <a:extLst>
                <a:ext uri="{FF2B5EF4-FFF2-40B4-BE49-F238E27FC236}">
                  <a16:creationId xmlns:a16="http://schemas.microsoft.com/office/drawing/2014/main" id="{5A777AD5-3FB0-5592-9B5B-690697CA23F7}"/>
                </a:ext>
              </a:extLst>
            </p:cNvPr>
            <p:cNvSpPr/>
            <p:nvPr/>
          </p:nvSpPr>
          <p:spPr>
            <a:xfrm>
              <a:off x="3592888" y="2011885"/>
              <a:ext cx="100013" cy="86218"/>
            </a:xfrm>
            <a:prstGeom prst="triangle">
              <a:avLst/>
            </a:prstGeom>
            <a:noFill/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cxnSp>
          <p:nvCxnSpPr>
            <p:cNvPr id="32" name="Gerader Verbinder 31">
              <a:extLst>
                <a:ext uri="{FF2B5EF4-FFF2-40B4-BE49-F238E27FC236}">
                  <a16:creationId xmlns:a16="http://schemas.microsoft.com/office/drawing/2014/main" id="{35077C16-02E2-A06C-09D3-7D0D84CFA78C}"/>
                </a:ext>
              </a:extLst>
            </p:cNvPr>
            <p:cNvCxnSpPr/>
            <p:nvPr/>
          </p:nvCxnSpPr>
          <p:spPr>
            <a:xfrm>
              <a:off x="3584553" y="1994768"/>
              <a:ext cx="116682" cy="0"/>
            </a:xfrm>
            <a:prstGeom prst="line">
              <a:avLst/>
            </a:prstGeom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3" name="Gerader Verbinder 32">
            <a:extLst>
              <a:ext uri="{FF2B5EF4-FFF2-40B4-BE49-F238E27FC236}">
                <a16:creationId xmlns:a16="http://schemas.microsoft.com/office/drawing/2014/main" id="{34F956F9-0492-FA58-442F-00AB6332E0B8}"/>
              </a:ext>
            </a:extLst>
          </p:cNvPr>
          <p:cNvCxnSpPr>
            <a:cxnSpLocks/>
            <a:stCxn id="31" idx="0"/>
            <a:endCxn id="35" idx="2"/>
          </p:cNvCxnSpPr>
          <p:nvPr/>
        </p:nvCxnSpPr>
        <p:spPr>
          <a:xfrm flipH="1" flipV="1">
            <a:off x="3642190" y="1863721"/>
            <a:ext cx="705" cy="148164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Gerader Verbinder 33">
            <a:extLst>
              <a:ext uri="{FF2B5EF4-FFF2-40B4-BE49-F238E27FC236}">
                <a16:creationId xmlns:a16="http://schemas.microsoft.com/office/drawing/2014/main" id="{B8E1D0EE-03B7-2FDB-9467-7AE4840BFFFB}"/>
              </a:ext>
            </a:extLst>
          </p:cNvPr>
          <p:cNvCxnSpPr>
            <a:cxnSpLocks/>
          </p:cNvCxnSpPr>
          <p:nvPr/>
        </p:nvCxnSpPr>
        <p:spPr>
          <a:xfrm flipV="1">
            <a:off x="3642894" y="2090553"/>
            <a:ext cx="0" cy="139612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Bogen 34">
            <a:extLst>
              <a:ext uri="{FF2B5EF4-FFF2-40B4-BE49-F238E27FC236}">
                <a16:creationId xmlns:a16="http://schemas.microsoft.com/office/drawing/2014/main" id="{6334D8F1-19D5-2B8A-6619-FDB303B7BF61}"/>
              </a:ext>
            </a:extLst>
          </p:cNvPr>
          <p:cNvSpPr/>
          <p:nvPr/>
        </p:nvSpPr>
        <p:spPr>
          <a:xfrm>
            <a:off x="3596669" y="1771276"/>
            <a:ext cx="92450" cy="92450"/>
          </a:xfrm>
          <a:prstGeom prst="arc">
            <a:avLst>
              <a:gd name="adj1" fmla="val 16200000"/>
              <a:gd name="adj2" fmla="val 5452349"/>
            </a:avLst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38" name="Gerader Verbinder 37">
            <a:extLst>
              <a:ext uri="{FF2B5EF4-FFF2-40B4-BE49-F238E27FC236}">
                <a16:creationId xmlns:a16="http://schemas.microsoft.com/office/drawing/2014/main" id="{0B5243E5-8069-3F1A-7729-AFA522699C76}"/>
              </a:ext>
            </a:extLst>
          </p:cNvPr>
          <p:cNvCxnSpPr>
            <a:cxnSpLocks/>
            <a:stCxn id="35" idx="0"/>
          </p:cNvCxnSpPr>
          <p:nvPr/>
        </p:nvCxnSpPr>
        <p:spPr>
          <a:xfrm flipV="1">
            <a:off x="3642894" y="1387978"/>
            <a:ext cx="0" cy="383298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62" name="Gruppieren 61">
            <a:extLst>
              <a:ext uri="{FF2B5EF4-FFF2-40B4-BE49-F238E27FC236}">
                <a16:creationId xmlns:a16="http://schemas.microsoft.com/office/drawing/2014/main" id="{B6672CB2-E6E9-EF94-CD09-F5BCC9C72529}"/>
              </a:ext>
            </a:extLst>
          </p:cNvPr>
          <p:cNvGrpSpPr/>
          <p:nvPr/>
        </p:nvGrpSpPr>
        <p:grpSpPr>
          <a:xfrm>
            <a:off x="4052483" y="2409909"/>
            <a:ext cx="116682" cy="103335"/>
            <a:chOff x="4052483" y="2409909"/>
            <a:chExt cx="116682" cy="103335"/>
          </a:xfrm>
        </p:grpSpPr>
        <p:sp>
          <p:nvSpPr>
            <p:cNvPr id="45" name="Gleichschenkliges Dreieck 44">
              <a:extLst>
                <a:ext uri="{FF2B5EF4-FFF2-40B4-BE49-F238E27FC236}">
                  <a16:creationId xmlns:a16="http://schemas.microsoft.com/office/drawing/2014/main" id="{69176EC9-CB0E-410A-3E57-69D2008E93B9}"/>
                </a:ext>
              </a:extLst>
            </p:cNvPr>
            <p:cNvSpPr/>
            <p:nvPr/>
          </p:nvSpPr>
          <p:spPr>
            <a:xfrm>
              <a:off x="4060818" y="2427026"/>
              <a:ext cx="100013" cy="86218"/>
            </a:xfrm>
            <a:prstGeom prst="triangl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cxnSp>
          <p:nvCxnSpPr>
            <p:cNvPr id="46" name="Gerader Verbinder 45">
              <a:extLst>
                <a:ext uri="{FF2B5EF4-FFF2-40B4-BE49-F238E27FC236}">
                  <a16:creationId xmlns:a16="http://schemas.microsoft.com/office/drawing/2014/main" id="{511EC091-08D7-C5D8-72E9-EDBE45641B05}"/>
                </a:ext>
              </a:extLst>
            </p:cNvPr>
            <p:cNvCxnSpPr/>
            <p:nvPr/>
          </p:nvCxnSpPr>
          <p:spPr>
            <a:xfrm>
              <a:off x="4052483" y="2409909"/>
              <a:ext cx="116682" cy="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7" name="Gerader Verbinder 46">
            <a:extLst>
              <a:ext uri="{FF2B5EF4-FFF2-40B4-BE49-F238E27FC236}">
                <a16:creationId xmlns:a16="http://schemas.microsoft.com/office/drawing/2014/main" id="{F11B92F6-A72C-2B69-914E-9D53212DE12C}"/>
              </a:ext>
            </a:extLst>
          </p:cNvPr>
          <p:cNvCxnSpPr>
            <a:cxnSpLocks/>
            <a:stCxn id="45" idx="0"/>
            <a:endCxn id="49" idx="2"/>
          </p:cNvCxnSpPr>
          <p:nvPr/>
        </p:nvCxnSpPr>
        <p:spPr>
          <a:xfrm flipH="1" flipV="1">
            <a:off x="4110120" y="2278862"/>
            <a:ext cx="705" cy="148164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Gerader Verbinder 47">
            <a:extLst>
              <a:ext uri="{FF2B5EF4-FFF2-40B4-BE49-F238E27FC236}">
                <a16:creationId xmlns:a16="http://schemas.microsoft.com/office/drawing/2014/main" id="{A2AD1650-EBA3-2302-AC99-9ED4D7EF8222}"/>
              </a:ext>
            </a:extLst>
          </p:cNvPr>
          <p:cNvCxnSpPr>
            <a:cxnSpLocks/>
          </p:cNvCxnSpPr>
          <p:nvPr/>
        </p:nvCxnSpPr>
        <p:spPr>
          <a:xfrm flipV="1">
            <a:off x="4110824" y="2505694"/>
            <a:ext cx="0" cy="139612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Bogen 48">
            <a:extLst>
              <a:ext uri="{FF2B5EF4-FFF2-40B4-BE49-F238E27FC236}">
                <a16:creationId xmlns:a16="http://schemas.microsoft.com/office/drawing/2014/main" id="{7C57C0B1-2B7F-B0C7-8EF0-00488ADDAF70}"/>
              </a:ext>
            </a:extLst>
          </p:cNvPr>
          <p:cNvSpPr/>
          <p:nvPr/>
        </p:nvSpPr>
        <p:spPr>
          <a:xfrm>
            <a:off x="4064599" y="2186417"/>
            <a:ext cx="92450" cy="92450"/>
          </a:xfrm>
          <a:prstGeom prst="arc">
            <a:avLst>
              <a:gd name="adj1" fmla="val 16200000"/>
              <a:gd name="adj2" fmla="val 5452349"/>
            </a:avLst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50" name="Gerader Verbinder 49">
            <a:extLst>
              <a:ext uri="{FF2B5EF4-FFF2-40B4-BE49-F238E27FC236}">
                <a16:creationId xmlns:a16="http://schemas.microsoft.com/office/drawing/2014/main" id="{CCF8C611-B06E-A2C8-A821-4A934C8ABF72}"/>
              </a:ext>
            </a:extLst>
          </p:cNvPr>
          <p:cNvCxnSpPr>
            <a:cxnSpLocks/>
            <a:stCxn id="49" idx="0"/>
            <a:endCxn id="51" idx="2"/>
          </p:cNvCxnSpPr>
          <p:nvPr/>
        </p:nvCxnSpPr>
        <p:spPr>
          <a:xfrm flipH="1" flipV="1">
            <a:off x="4109416" y="1860716"/>
            <a:ext cx="1408" cy="325701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Bogen 50">
            <a:extLst>
              <a:ext uri="{FF2B5EF4-FFF2-40B4-BE49-F238E27FC236}">
                <a16:creationId xmlns:a16="http://schemas.microsoft.com/office/drawing/2014/main" id="{19FDCA20-3BA4-9FD0-EF95-692623D64397}"/>
              </a:ext>
            </a:extLst>
          </p:cNvPr>
          <p:cNvSpPr/>
          <p:nvPr/>
        </p:nvSpPr>
        <p:spPr>
          <a:xfrm>
            <a:off x="4063895" y="1768271"/>
            <a:ext cx="92450" cy="92450"/>
          </a:xfrm>
          <a:prstGeom prst="arc">
            <a:avLst>
              <a:gd name="adj1" fmla="val 16200000"/>
              <a:gd name="adj2" fmla="val 5452349"/>
            </a:avLst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53" name="Gerader Verbinder 52">
            <a:extLst>
              <a:ext uri="{FF2B5EF4-FFF2-40B4-BE49-F238E27FC236}">
                <a16:creationId xmlns:a16="http://schemas.microsoft.com/office/drawing/2014/main" id="{6D1F7F5D-8CA0-EF2E-79C8-5C957BA583FD}"/>
              </a:ext>
            </a:extLst>
          </p:cNvPr>
          <p:cNvCxnSpPr>
            <a:cxnSpLocks/>
          </p:cNvCxnSpPr>
          <p:nvPr/>
        </p:nvCxnSpPr>
        <p:spPr>
          <a:xfrm flipV="1">
            <a:off x="4108997" y="1387978"/>
            <a:ext cx="0" cy="383298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5" name="Gruppieren 4">
            <a:extLst>
              <a:ext uri="{FF2B5EF4-FFF2-40B4-BE49-F238E27FC236}">
                <a16:creationId xmlns:a16="http://schemas.microsoft.com/office/drawing/2014/main" id="{4EE98320-A167-AC0D-4ABA-1B02E2C06D02}"/>
              </a:ext>
            </a:extLst>
          </p:cNvPr>
          <p:cNvGrpSpPr/>
          <p:nvPr/>
        </p:nvGrpSpPr>
        <p:grpSpPr>
          <a:xfrm rot="10800000">
            <a:off x="3803210" y="2410437"/>
            <a:ext cx="116682" cy="103335"/>
            <a:chOff x="3803210" y="2410437"/>
            <a:chExt cx="116682" cy="103335"/>
          </a:xfrm>
        </p:grpSpPr>
        <p:sp>
          <p:nvSpPr>
            <p:cNvPr id="54" name="Gleichschenkliges Dreieck 53">
              <a:extLst>
                <a:ext uri="{FF2B5EF4-FFF2-40B4-BE49-F238E27FC236}">
                  <a16:creationId xmlns:a16="http://schemas.microsoft.com/office/drawing/2014/main" id="{1AB6BE6B-3B2B-251E-117A-767E54F26866}"/>
                </a:ext>
              </a:extLst>
            </p:cNvPr>
            <p:cNvSpPr/>
            <p:nvPr/>
          </p:nvSpPr>
          <p:spPr>
            <a:xfrm>
              <a:off x="3811545" y="2427554"/>
              <a:ext cx="100013" cy="86218"/>
            </a:xfrm>
            <a:prstGeom prst="triangl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cxnSp>
          <p:nvCxnSpPr>
            <p:cNvPr id="55" name="Gerader Verbinder 54">
              <a:extLst>
                <a:ext uri="{FF2B5EF4-FFF2-40B4-BE49-F238E27FC236}">
                  <a16:creationId xmlns:a16="http://schemas.microsoft.com/office/drawing/2014/main" id="{2678C66A-3BAF-9DCF-5443-5C264587D00D}"/>
                </a:ext>
              </a:extLst>
            </p:cNvPr>
            <p:cNvCxnSpPr/>
            <p:nvPr/>
          </p:nvCxnSpPr>
          <p:spPr>
            <a:xfrm>
              <a:off x="3803210" y="2410437"/>
              <a:ext cx="116682" cy="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56" name="Gerader Verbinder 55">
            <a:extLst>
              <a:ext uri="{FF2B5EF4-FFF2-40B4-BE49-F238E27FC236}">
                <a16:creationId xmlns:a16="http://schemas.microsoft.com/office/drawing/2014/main" id="{6054BA77-F858-5829-6CC3-093C952AFF4D}"/>
              </a:ext>
            </a:extLst>
          </p:cNvPr>
          <p:cNvCxnSpPr>
            <a:cxnSpLocks/>
            <a:stCxn id="54" idx="3"/>
            <a:endCxn id="58" idx="2"/>
          </p:cNvCxnSpPr>
          <p:nvPr/>
        </p:nvCxnSpPr>
        <p:spPr>
          <a:xfrm flipH="1" flipV="1">
            <a:off x="3860847" y="2279390"/>
            <a:ext cx="703" cy="131047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Gerader Verbinder 56">
            <a:extLst>
              <a:ext uri="{FF2B5EF4-FFF2-40B4-BE49-F238E27FC236}">
                <a16:creationId xmlns:a16="http://schemas.microsoft.com/office/drawing/2014/main" id="{06AFE65E-3774-E6D1-A513-FFE4FB4BF22B}"/>
              </a:ext>
            </a:extLst>
          </p:cNvPr>
          <p:cNvCxnSpPr>
            <a:cxnSpLocks/>
          </p:cNvCxnSpPr>
          <p:nvPr/>
        </p:nvCxnSpPr>
        <p:spPr>
          <a:xfrm flipV="1">
            <a:off x="3861551" y="2506222"/>
            <a:ext cx="0" cy="139612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Bogen 57">
            <a:extLst>
              <a:ext uri="{FF2B5EF4-FFF2-40B4-BE49-F238E27FC236}">
                <a16:creationId xmlns:a16="http://schemas.microsoft.com/office/drawing/2014/main" id="{B256774C-BDFE-EEBF-5C3D-8F3C1EDBAE71}"/>
              </a:ext>
            </a:extLst>
          </p:cNvPr>
          <p:cNvSpPr/>
          <p:nvPr/>
        </p:nvSpPr>
        <p:spPr>
          <a:xfrm>
            <a:off x="3815326" y="2186945"/>
            <a:ext cx="92450" cy="92450"/>
          </a:xfrm>
          <a:prstGeom prst="arc">
            <a:avLst>
              <a:gd name="adj1" fmla="val 16200000"/>
              <a:gd name="adj2" fmla="val 5452349"/>
            </a:avLst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59" name="Gerader Verbinder 58">
            <a:extLst>
              <a:ext uri="{FF2B5EF4-FFF2-40B4-BE49-F238E27FC236}">
                <a16:creationId xmlns:a16="http://schemas.microsoft.com/office/drawing/2014/main" id="{CF8EA043-08EA-0DA3-DA3A-A1ED416B388B}"/>
              </a:ext>
            </a:extLst>
          </p:cNvPr>
          <p:cNvCxnSpPr>
            <a:cxnSpLocks/>
            <a:stCxn id="58" idx="0"/>
          </p:cNvCxnSpPr>
          <p:nvPr/>
        </p:nvCxnSpPr>
        <p:spPr>
          <a:xfrm flipV="1">
            <a:off x="3861551" y="1803647"/>
            <a:ext cx="0" cy="383298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Gerader Verbinder 66">
            <a:extLst>
              <a:ext uri="{FF2B5EF4-FFF2-40B4-BE49-F238E27FC236}">
                <a16:creationId xmlns:a16="http://schemas.microsoft.com/office/drawing/2014/main" id="{0C090124-E36E-B4DD-5786-5DCC919D90EB}"/>
              </a:ext>
            </a:extLst>
          </p:cNvPr>
          <p:cNvCxnSpPr/>
          <p:nvPr/>
        </p:nvCxnSpPr>
        <p:spPr>
          <a:xfrm>
            <a:off x="4470400" y="1822054"/>
            <a:ext cx="0" cy="150921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Gerader Verbinder 67">
            <a:extLst>
              <a:ext uri="{FF2B5EF4-FFF2-40B4-BE49-F238E27FC236}">
                <a16:creationId xmlns:a16="http://schemas.microsoft.com/office/drawing/2014/main" id="{5670752F-34E0-A049-E074-4D221B3AA309}"/>
              </a:ext>
            </a:extLst>
          </p:cNvPr>
          <p:cNvCxnSpPr/>
          <p:nvPr/>
        </p:nvCxnSpPr>
        <p:spPr>
          <a:xfrm>
            <a:off x="4470400" y="2080986"/>
            <a:ext cx="0" cy="150921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Gerader Verbinder 68">
            <a:extLst>
              <a:ext uri="{FF2B5EF4-FFF2-40B4-BE49-F238E27FC236}">
                <a16:creationId xmlns:a16="http://schemas.microsoft.com/office/drawing/2014/main" id="{FA5ACCA4-2DEF-6381-A8DB-5D09DDCEC452}"/>
              </a:ext>
            </a:extLst>
          </p:cNvPr>
          <p:cNvCxnSpPr/>
          <p:nvPr/>
        </p:nvCxnSpPr>
        <p:spPr>
          <a:xfrm>
            <a:off x="4410452" y="1972975"/>
            <a:ext cx="116682" cy="0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Gerader Verbinder 69">
            <a:extLst>
              <a:ext uri="{FF2B5EF4-FFF2-40B4-BE49-F238E27FC236}">
                <a16:creationId xmlns:a16="http://schemas.microsoft.com/office/drawing/2014/main" id="{95572BBA-E1B7-957E-3697-72C2CA739C16}"/>
              </a:ext>
            </a:extLst>
          </p:cNvPr>
          <p:cNvCxnSpPr/>
          <p:nvPr/>
        </p:nvCxnSpPr>
        <p:spPr>
          <a:xfrm>
            <a:off x="4410452" y="2080986"/>
            <a:ext cx="116682" cy="0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Gerader Verbinder 70">
            <a:extLst>
              <a:ext uri="{FF2B5EF4-FFF2-40B4-BE49-F238E27FC236}">
                <a16:creationId xmlns:a16="http://schemas.microsoft.com/office/drawing/2014/main" id="{0C35E24C-7226-9A92-9E13-1B563E8110DB}"/>
              </a:ext>
            </a:extLst>
          </p:cNvPr>
          <p:cNvCxnSpPr/>
          <p:nvPr/>
        </p:nvCxnSpPr>
        <p:spPr>
          <a:xfrm>
            <a:off x="4824829" y="1820312"/>
            <a:ext cx="0" cy="150921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Gerader Verbinder 71">
            <a:extLst>
              <a:ext uri="{FF2B5EF4-FFF2-40B4-BE49-F238E27FC236}">
                <a16:creationId xmlns:a16="http://schemas.microsoft.com/office/drawing/2014/main" id="{2773C6FE-08F8-D02B-F80E-CBC9C9C1B14C}"/>
              </a:ext>
            </a:extLst>
          </p:cNvPr>
          <p:cNvCxnSpPr>
            <a:cxnSpLocks/>
          </p:cNvCxnSpPr>
          <p:nvPr/>
        </p:nvCxnSpPr>
        <p:spPr>
          <a:xfrm>
            <a:off x="4824829" y="2079244"/>
            <a:ext cx="0" cy="576658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Gerader Verbinder 72">
            <a:extLst>
              <a:ext uri="{FF2B5EF4-FFF2-40B4-BE49-F238E27FC236}">
                <a16:creationId xmlns:a16="http://schemas.microsoft.com/office/drawing/2014/main" id="{970B53B3-8822-304D-E94D-1343D1AC6DD1}"/>
              </a:ext>
            </a:extLst>
          </p:cNvPr>
          <p:cNvCxnSpPr/>
          <p:nvPr/>
        </p:nvCxnSpPr>
        <p:spPr>
          <a:xfrm>
            <a:off x="4764881" y="1971233"/>
            <a:ext cx="116682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Gerader Verbinder 73">
            <a:extLst>
              <a:ext uri="{FF2B5EF4-FFF2-40B4-BE49-F238E27FC236}">
                <a16:creationId xmlns:a16="http://schemas.microsoft.com/office/drawing/2014/main" id="{9690A0F3-80B7-2F6D-FB8B-00B46B9DBDA2}"/>
              </a:ext>
            </a:extLst>
          </p:cNvPr>
          <p:cNvCxnSpPr/>
          <p:nvPr/>
        </p:nvCxnSpPr>
        <p:spPr>
          <a:xfrm>
            <a:off x="4764881" y="2079244"/>
            <a:ext cx="116682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Gerader Verbinder 78">
            <a:extLst>
              <a:ext uri="{FF2B5EF4-FFF2-40B4-BE49-F238E27FC236}">
                <a16:creationId xmlns:a16="http://schemas.microsoft.com/office/drawing/2014/main" id="{CDA993E1-8164-1828-C905-887D92424EE1}"/>
              </a:ext>
            </a:extLst>
          </p:cNvPr>
          <p:cNvCxnSpPr>
            <a:cxnSpLocks/>
          </p:cNvCxnSpPr>
          <p:nvPr/>
        </p:nvCxnSpPr>
        <p:spPr>
          <a:xfrm>
            <a:off x="5129212" y="1822053"/>
            <a:ext cx="0" cy="996905"/>
          </a:xfrm>
          <a:prstGeom prst="line">
            <a:avLst/>
          </a:prstGeom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Gerader Verbinder 79">
            <a:extLst>
              <a:ext uri="{FF2B5EF4-FFF2-40B4-BE49-F238E27FC236}">
                <a16:creationId xmlns:a16="http://schemas.microsoft.com/office/drawing/2014/main" id="{9B8826CD-4A84-7897-FFCE-2FF094178A21}"/>
              </a:ext>
            </a:extLst>
          </p:cNvPr>
          <p:cNvCxnSpPr>
            <a:cxnSpLocks/>
          </p:cNvCxnSpPr>
          <p:nvPr/>
        </p:nvCxnSpPr>
        <p:spPr>
          <a:xfrm>
            <a:off x="5129212" y="2926969"/>
            <a:ext cx="0" cy="278098"/>
          </a:xfrm>
          <a:prstGeom prst="line">
            <a:avLst/>
          </a:prstGeom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Gerader Verbinder 80">
            <a:extLst>
              <a:ext uri="{FF2B5EF4-FFF2-40B4-BE49-F238E27FC236}">
                <a16:creationId xmlns:a16="http://schemas.microsoft.com/office/drawing/2014/main" id="{78245BCC-13E4-DF18-08A3-7EA258D95247}"/>
              </a:ext>
            </a:extLst>
          </p:cNvPr>
          <p:cNvCxnSpPr/>
          <p:nvPr/>
        </p:nvCxnSpPr>
        <p:spPr>
          <a:xfrm>
            <a:off x="5070871" y="2820699"/>
            <a:ext cx="116682" cy="0"/>
          </a:xfrm>
          <a:prstGeom prst="line">
            <a:avLst/>
          </a:prstGeom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Gerader Verbinder 81">
            <a:extLst>
              <a:ext uri="{FF2B5EF4-FFF2-40B4-BE49-F238E27FC236}">
                <a16:creationId xmlns:a16="http://schemas.microsoft.com/office/drawing/2014/main" id="{2B3D8637-C046-1DE2-F70D-4761A4BFABAC}"/>
              </a:ext>
            </a:extLst>
          </p:cNvPr>
          <p:cNvCxnSpPr/>
          <p:nvPr/>
        </p:nvCxnSpPr>
        <p:spPr>
          <a:xfrm>
            <a:off x="5070871" y="2928710"/>
            <a:ext cx="116682" cy="0"/>
          </a:xfrm>
          <a:prstGeom prst="line">
            <a:avLst/>
          </a:prstGeom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Gerader Verbinder 82">
            <a:extLst>
              <a:ext uri="{FF2B5EF4-FFF2-40B4-BE49-F238E27FC236}">
                <a16:creationId xmlns:a16="http://schemas.microsoft.com/office/drawing/2014/main" id="{A46DE387-AC79-57BA-D258-B193F006FA8C}"/>
              </a:ext>
            </a:extLst>
          </p:cNvPr>
          <p:cNvCxnSpPr>
            <a:cxnSpLocks/>
          </p:cNvCxnSpPr>
          <p:nvPr/>
        </p:nvCxnSpPr>
        <p:spPr>
          <a:xfrm>
            <a:off x="5637213" y="1820312"/>
            <a:ext cx="0" cy="998646"/>
          </a:xfrm>
          <a:prstGeom prst="line">
            <a:avLst/>
          </a:prstGeom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Gerader Verbinder 83">
            <a:extLst>
              <a:ext uri="{FF2B5EF4-FFF2-40B4-BE49-F238E27FC236}">
                <a16:creationId xmlns:a16="http://schemas.microsoft.com/office/drawing/2014/main" id="{46833AE9-62D1-CC1C-0774-CAA88DA9598D}"/>
              </a:ext>
            </a:extLst>
          </p:cNvPr>
          <p:cNvCxnSpPr>
            <a:cxnSpLocks/>
          </p:cNvCxnSpPr>
          <p:nvPr/>
        </p:nvCxnSpPr>
        <p:spPr>
          <a:xfrm>
            <a:off x="5637213" y="2926969"/>
            <a:ext cx="0" cy="278098"/>
          </a:xfrm>
          <a:prstGeom prst="line">
            <a:avLst/>
          </a:prstGeom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Gerader Verbinder 84">
            <a:extLst>
              <a:ext uri="{FF2B5EF4-FFF2-40B4-BE49-F238E27FC236}">
                <a16:creationId xmlns:a16="http://schemas.microsoft.com/office/drawing/2014/main" id="{0BAFCB6E-2E73-9FA7-1D30-90B7CDA38505}"/>
              </a:ext>
            </a:extLst>
          </p:cNvPr>
          <p:cNvCxnSpPr/>
          <p:nvPr/>
        </p:nvCxnSpPr>
        <p:spPr>
          <a:xfrm>
            <a:off x="5578872" y="2818958"/>
            <a:ext cx="116682" cy="0"/>
          </a:xfrm>
          <a:prstGeom prst="line">
            <a:avLst/>
          </a:prstGeom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Gerader Verbinder 85">
            <a:extLst>
              <a:ext uri="{FF2B5EF4-FFF2-40B4-BE49-F238E27FC236}">
                <a16:creationId xmlns:a16="http://schemas.microsoft.com/office/drawing/2014/main" id="{8547E1F7-B5C2-D80E-BDBA-D0A1C4CD6CFC}"/>
              </a:ext>
            </a:extLst>
          </p:cNvPr>
          <p:cNvCxnSpPr/>
          <p:nvPr/>
        </p:nvCxnSpPr>
        <p:spPr>
          <a:xfrm>
            <a:off x="5578872" y="2926969"/>
            <a:ext cx="116682" cy="0"/>
          </a:xfrm>
          <a:prstGeom prst="line">
            <a:avLst/>
          </a:prstGeom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Gerader Verbinder 87">
            <a:extLst>
              <a:ext uri="{FF2B5EF4-FFF2-40B4-BE49-F238E27FC236}">
                <a16:creationId xmlns:a16="http://schemas.microsoft.com/office/drawing/2014/main" id="{6AFA22D5-8478-DE89-88C2-200483718BD4}"/>
              </a:ext>
            </a:extLst>
          </p:cNvPr>
          <p:cNvCxnSpPr>
            <a:cxnSpLocks/>
          </p:cNvCxnSpPr>
          <p:nvPr/>
        </p:nvCxnSpPr>
        <p:spPr>
          <a:xfrm flipV="1">
            <a:off x="4509594" y="3202636"/>
            <a:ext cx="619618" cy="2431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6" name="Rechteck 95">
            <a:extLst>
              <a:ext uri="{FF2B5EF4-FFF2-40B4-BE49-F238E27FC236}">
                <a16:creationId xmlns:a16="http://schemas.microsoft.com/office/drawing/2014/main" id="{31B80041-8894-CE51-FA98-484782F7EC1F}"/>
              </a:ext>
            </a:extLst>
          </p:cNvPr>
          <p:cNvSpPr/>
          <p:nvPr/>
        </p:nvSpPr>
        <p:spPr>
          <a:xfrm>
            <a:off x="6198394" y="2782553"/>
            <a:ext cx="45719" cy="176607"/>
          </a:xfrm>
          <a:prstGeom prst="rect">
            <a:avLst/>
          </a:prstGeom>
          <a:noFill/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97" name="Gerader Verbinder 96">
            <a:extLst>
              <a:ext uri="{FF2B5EF4-FFF2-40B4-BE49-F238E27FC236}">
                <a16:creationId xmlns:a16="http://schemas.microsoft.com/office/drawing/2014/main" id="{D3AF1899-56CA-F9AD-F4B6-C0D9203998CB}"/>
              </a:ext>
            </a:extLst>
          </p:cNvPr>
          <p:cNvCxnSpPr>
            <a:cxnSpLocks/>
          </p:cNvCxnSpPr>
          <p:nvPr/>
        </p:nvCxnSpPr>
        <p:spPr>
          <a:xfrm>
            <a:off x="6221253" y="1814496"/>
            <a:ext cx="0" cy="968057"/>
          </a:xfrm>
          <a:prstGeom prst="line">
            <a:avLst/>
          </a:prstGeom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Gerader Verbinder 98">
            <a:extLst>
              <a:ext uri="{FF2B5EF4-FFF2-40B4-BE49-F238E27FC236}">
                <a16:creationId xmlns:a16="http://schemas.microsoft.com/office/drawing/2014/main" id="{140A389D-6F69-02C1-0365-E93097B44564}"/>
              </a:ext>
            </a:extLst>
          </p:cNvPr>
          <p:cNvCxnSpPr>
            <a:cxnSpLocks/>
          </p:cNvCxnSpPr>
          <p:nvPr/>
        </p:nvCxnSpPr>
        <p:spPr>
          <a:xfrm>
            <a:off x="6221253" y="2959160"/>
            <a:ext cx="0" cy="245907"/>
          </a:xfrm>
          <a:prstGeom prst="line">
            <a:avLst/>
          </a:prstGeom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2" name="Rechteck 101">
            <a:extLst>
              <a:ext uri="{FF2B5EF4-FFF2-40B4-BE49-F238E27FC236}">
                <a16:creationId xmlns:a16="http://schemas.microsoft.com/office/drawing/2014/main" id="{D0E8E3C6-5729-FBDF-3201-57E819E43530}"/>
              </a:ext>
            </a:extLst>
          </p:cNvPr>
          <p:cNvSpPr/>
          <p:nvPr/>
        </p:nvSpPr>
        <p:spPr>
          <a:xfrm>
            <a:off x="6591300" y="2782553"/>
            <a:ext cx="45719" cy="176607"/>
          </a:xfrm>
          <a:prstGeom prst="rect">
            <a:avLst/>
          </a:prstGeom>
          <a:noFill/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103" name="Gerader Verbinder 102">
            <a:extLst>
              <a:ext uri="{FF2B5EF4-FFF2-40B4-BE49-F238E27FC236}">
                <a16:creationId xmlns:a16="http://schemas.microsoft.com/office/drawing/2014/main" id="{64299C2E-E01B-A741-BB4D-3E54A5536604}"/>
              </a:ext>
            </a:extLst>
          </p:cNvPr>
          <p:cNvCxnSpPr>
            <a:cxnSpLocks/>
          </p:cNvCxnSpPr>
          <p:nvPr/>
        </p:nvCxnSpPr>
        <p:spPr>
          <a:xfrm>
            <a:off x="6614159" y="1860716"/>
            <a:ext cx="0" cy="921837"/>
          </a:xfrm>
          <a:prstGeom prst="line">
            <a:avLst/>
          </a:prstGeom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Gerader Verbinder 103">
            <a:extLst>
              <a:ext uri="{FF2B5EF4-FFF2-40B4-BE49-F238E27FC236}">
                <a16:creationId xmlns:a16="http://schemas.microsoft.com/office/drawing/2014/main" id="{12C3CF51-68BF-272B-B255-5ECCC078E4B9}"/>
              </a:ext>
            </a:extLst>
          </p:cNvPr>
          <p:cNvCxnSpPr>
            <a:cxnSpLocks/>
          </p:cNvCxnSpPr>
          <p:nvPr/>
        </p:nvCxnSpPr>
        <p:spPr>
          <a:xfrm>
            <a:off x="6614159" y="2959160"/>
            <a:ext cx="0" cy="245907"/>
          </a:xfrm>
          <a:prstGeom prst="line">
            <a:avLst/>
          </a:prstGeom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0" name="Bogen 109">
            <a:extLst>
              <a:ext uri="{FF2B5EF4-FFF2-40B4-BE49-F238E27FC236}">
                <a16:creationId xmlns:a16="http://schemas.microsoft.com/office/drawing/2014/main" id="{D47B93AC-A4EA-EB65-5E38-25562EA52BBC}"/>
              </a:ext>
            </a:extLst>
          </p:cNvPr>
          <p:cNvSpPr/>
          <p:nvPr/>
        </p:nvSpPr>
        <p:spPr>
          <a:xfrm>
            <a:off x="2811734" y="2608238"/>
            <a:ext cx="92450" cy="92450"/>
          </a:xfrm>
          <a:prstGeom prst="arc">
            <a:avLst>
              <a:gd name="adj1" fmla="val 16200000"/>
              <a:gd name="adj2" fmla="val 5452349"/>
            </a:avLst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111" name="Gerader Verbinder 110">
            <a:extLst>
              <a:ext uri="{FF2B5EF4-FFF2-40B4-BE49-F238E27FC236}">
                <a16:creationId xmlns:a16="http://schemas.microsoft.com/office/drawing/2014/main" id="{32B7F99C-2BC2-3EC2-8F62-D5F158544AC6}"/>
              </a:ext>
            </a:extLst>
          </p:cNvPr>
          <p:cNvCxnSpPr>
            <a:cxnSpLocks/>
            <a:stCxn id="110" idx="0"/>
          </p:cNvCxnSpPr>
          <p:nvPr/>
        </p:nvCxnSpPr>
        <p:spPr>
          <a:xfrm flipV="1">
            <a:off x="2857959" y="2224940"/>
            <a:ext cx="0" cy="383298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2" name="Rechteck 111">
            <a:extLst>
              <a:ext uri="{FF2B5EF4-FFF2-40B4-BE49-F238E27FC236}">
                <a16:creationId xmlns:a16="http://schemas.microsoft.com/office/drawing/2014/main" id="{8ACC9FBB-F186-08A8-9F65-D0680F6CCCB2}"/>
              </a:ext>
            </a:extLst>
          </p:cNvPr>
          <p:cNvSpPr/>
          <p:nvPr/>
        </p:nvSpPr>
        <p:spPr>
          <a:xfrm>
            <a:off x="2834641" y="2792621"/>
            <a:ext cx="45719" cy="176607"/>
          </a:xfrm>
          <a:prstGeom prst="rect">
            <a:avLst/>
          </a:prstGeom>
          <a:noFill/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113" name="Gerader Verbinder 112">
            <a:extLst>
              <a:ext uri="{FF2B5EF4-FFF2-40B4-BE49-F238E27FC236}">
                <a16:creationId xmlns:a16="http://schemas.microsoft.com/office/drawing/2014/main" id="{1C8F68D7-A94D-3F35-5A1F-DA5A98B06D05}"/>
              </a:ext>
            </a:extLst>
          </p:cNvPr>
          <p:cNvCxnSpPr>
            <a:cxnSpLocks/>
            <a:stCxn id="110" idx="2"/>
          </p:cNvCxnSpPr>
          <p:nvPr/>
        </p:nvCxnSpPr>
        <p:spPr>
          <a:xfrm>
            <a:off x="2857255" y="2700683"/>
            <a:ext cx="245" cy="91938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6" name="Rechteck 115">
            <a:extLst>
              <a:ext uri="{FF2B5EF4-FFF2-40B4-BE49-F238E27FC236}">
                <a16:creationId xmlns:a16="http://schemas.microsoft.com/office/drawing/2014/main" id="{2878DD10-0E77-2BD5-E1F6-8B35159146D3}"/>
              </a:ext>
            </a:extLst>
          </p:cNvPr>
          <p:cNvSpPr/>
          <p:nvPr/>
        </p:nvSpPr>
        <p:spPr>
          <a:xfrm>
            <a:off x="4442973" y="2786974"/>
            <a:ext cx="45719" cy="176607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117" name="Gerader Verbinder 116">
            <a:extLst>
              <a:ext uri="{FF2B5EF4-FFF2-40B4-BE49-F238E27FC236}">
                <a16:creationId xmlns:a16="http://schemas.microsoft.com/office/drawing/2014/main" id="{E463327B-C1DA-D91B-17C5-7AFA1F3EB2B6}"/>
              </a:ext>
            </a:extLst>
          </p:cNvPr>
          <p:cNvCxnSpPr>
            <a:cxnSpLocks/>
          </p:cNvCxnSpPr>
          <p:nvPr/>
        </p:nvCxnSpPr>
        <p:spPr>
          <a:xfrm>
            <a:off x="4465832" y="2660324"/>
            <a:ext cx="0" cy="12665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0" name="Textfeld 119">
            <a:extLst>
              <a:ext uri="{FF2B5EF4-FFF2-40B4-BE49-F238E27FC236}">
                <a16:creationId xmlns:a16="http://schemas.microsoft.com/office/drawing/2014/main" id="{F00A2FC4-D55B-DFB2-50C5-9E82470F29E9}"/>
              </a:ext>
            </a:extLst>
          </p:cNvPr>
          <p:cNvSpPr txBox="1"/>
          <p:nvPr/>
        </p:nvSpPr>
        <p:spPr>
          <a:xfrm>
            <a:off x="1448894" y="1243799"/>
            <a:ext cx="356188" cy="27699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de-DE" sz="1200" dirty="0"/>
              <a:t>5V</a:t>
            </a:r>
          </a:p>
        </p:txBody>
      </p:sp>
      <p:sp>
        <p:nvSpPr>
          <p:cNvPr id="121" name="Textfeld 120">
            <a:extLst>
              <a:ext uri="{FF2B5EF4-FFF2-40B4-BE49-F238E27FC236}">
                <a16:creationId xmlns:a16="http://schemas.microsoft.com/office/drawing/2014/main" id="{81AE7F07-DB40-1042-5E88-6C9DBC8781F4}"/>
              </a:ext>
            </a:extLst>
          </p:cNvPr>
          <p:cNvSpPr txBox="1"/>
          <p:nvPr/>
        </p:nvSpPr>
        <p:spPr>
          <a:xfrm>
            <a:off x="955791" y="1665147"/>
            <a:ext cx="913648" cy="27699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de-DE" sz="1200" dirty="0"/>
              <a:t>GND_STAR</a:t>
            </a:r>
          </a:p>
        </p:txBody>
      </p:sp>
      <p:sp>
        <p:nvSpPr>
          <p:cNvPr id="122" name="Textfeld 121">
            <a:extLst>
              <a:ext uri="{FF2B5EF4-FFF2-40B4-BE49-F238E27FC236}">
                <a16:creationId xmlns:a16="http://schemas.microsoft.com/office/drawing/2014/main" id="{3BEAFFF0-2115-C55B-3F29-2024776DD06F}"/>
              </a:ext>
            </a:extLst>
          </p:cNvPr>
          <p:cNvSpPr txBox="1"/>
          <p:nvPr/>
        </p:nvSpPr>
        <p:spPr>
          <a:xfrm>
            <a:off x="1457487" y="2084206"/>
            <a:ext cx="357790" cy="27699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de-DE" sz="1200" dirty="0"/>
              <a:t>A9</a:t>
            </a:r>
          </a:p>
        </p:txBody>
      </p:sp>
      <p:sp>
        <p:nvSpPr>
          <p:cNvPr id="123" name="Textfeld 122">
            <a:extLst>
              <a:ext uri="{FF2B5EF4-FFF2-40B4-BE49-F238E27FC236}">
                <a16:creationId xmlns:a16="http://schemas.microsoft.com/office/drawing/2014/main" id="{10571547-96E6-7331-957A-CBC1BC46E315}"/>
              </a:ext>
            </a:extLst>
          </p:cNvPr>
          <p:cNvSpPr txBox="1"/>
          <p:nvPr/>
        </p:nvSpPr>
        <p:spPr>
          <a:xfrm>
            <a:off x="1415528" y="2505554"/>
            <a:ext cx="439544" cy="27699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de-DE" sz="1200" dirty="0"/>
              <a:t>A10</a:t>
            </a:r>
          </a:p>
        </p:txBody>
      </p:sp>
      <p:sp>
        <p:nvSpPr>
          <p:cNvPr id="124" name="Textfeld 123">
            <a:extLst>
              <a:ext uri="{FF2B5EF4-FFF2-40B4-BE49-F238E27FC236}">
                <a16:creationId xmlns:a16="http://schemas.microsoft.com/office/drawing/2014/main" id="{84CAA634-D3B4-81C2-3ABC-608FD1532E24}"/>
              </a:ext>
            </a:extLst>
          </p:cNvPr>
          <p:cNvSpPr txBox="1"/>
          <p:nvPr/>
        </p:nvSpPr>
        <p:spPr>
          <a:xfrm>
            <a:off x="1744461" y="2959429"/>
            <a:ext cx="926729" cy="27699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de-DE" sz="1200" dirty="0"/>
              <a:t>BIAS-Reihe</a:t>
            </a:r>
          </a:p>
        </p:txBody>
      </p:sp>
      <p:sp>
        <p:nvSpPr>
          <p:cNvPr id="125" name="Ellipse 124">
            <a:extLst>
              <a:ext uri="{FF2B5EF4-FFF2-40B4-BE49-F238E27FC236}">
                <a16:creationId xmlns:a16="http://schemas.microsoft.com/office/drawing/2014/main" id="{2AFAB982-07AF-85B3-9A28-24B2641B2AB0}"/>
              </a:ext>
            </a:extLst>
          </p:cNvPr>
          <p:cNvSpPr/>
          <p:nvPr/>
        </p:nvSpPr>
        <p:spPr>
          <a:xfrm>
            <a:off x="2834641" y="3179776"/>
            <a:ext cx="45720" cy="45720"/>
          </a:xfrm>
          <a:prstGeom prst="ellipse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129" name="Gerader Verbinder 128">
            <a:extLst>
              <a:ext uri="{FF2B5EF4-FFF2-40B4-BE49-F238E27FC236}">
                <a16:creationId xmlns:a16="http://schemas.microsoft.com/office/drawing/2014/main" id="{A1E7B257-2F70-C1C0-6E15-FACAE3502E02}"/>
              </a:ext>
            </a:extLst>
          </p:cNvPr>
          <p:cNvCxnSpPr/>
          <p:nvPr/>
        </p:nvCxnSpPr>
        <p:spPr>
          <a:xfrm>
            <a:off x="2797307" y="3395375"/>
            <a:ext cx="116682" cy="0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Gerader Verbinder 129">
            <a:extLst>
              <a:ext uri="{FF2B5EF4-FFF2-40B4-BE49-F238E27FC236}">
                <a16:creationId xmlns:a16="http://schemas.microsoft.com/office/drawing/2014/main" id="{F339B6D9-9954-57F0-0CFB-2A288E74C4B3}"/>
              </a:ext>
            </a:extLst>
          </p:cNvPr>
          <p:cNvCxnSpPr/>
          <p:nvPr/>
        </p:nvCxnSpPr>
        <p:spPr>
          <a:xfrm>
            <a:off x="2797307" y="3503386"/>
            <a:ext cx="116682" cy="0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Gerader Verbinder 130">
            <a:extLst>
              <a:ext uri="{FF2B5EF4-FFF2-40B4-BE49-F238E27FC236}">
                <a16:creationId xmlns:a16="http://schemas.microsoft.com/office/drawing/2014/main" id="{FF44F74B-C8C3-B545-7505-4D9D5B3E97F7}"/>
              </a:ext>
            </a:extLst>
          </p:cNvPr>
          <p:cNvCxnSpPr>
            <a:cxnSpLocks/>
            <a:stCxn id="116" idx="2"/>
          </p:cNvCxnSpPr>
          <p:nvPr/>
        </p:nvCxnSpPr>
        <p:spPr>
          <a:xfrm flipH="1">
            <a:off x="4465832" y="2963581"/>
            <a:ext cx="1" cy="445197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Gerader Verbinder 132">
            <a:extLst>
              <a:ext uri="{FF2B5EF4-FFF2-40B4-BE49-F238E27FC236}">
                <a16:creationId xmlns:a16="http://schemas.microsoft.com/office/drawing/2014/main" id="{0544FFBC-71B1-92A4-4E02-C671701F7CA2}"/>
              </a:ext>
            </a:extLst>
          </p:cNvPr>
          <p:cNvCxnSpPr/>
          <p:nvPr/>
        </p:nvCxnSpPr>
        <p:spPr>
          <a:xfrm>
            <a:off x="4405884" y="3408778"/>
            <a:ext cx="116682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Gerader Verbinder 133">
            <a:extLst>
              <a:ext uri="{FF2B5EF4-FFF2-40B4-BE49-F238E27FC236}">
                <a16:creationId xmlns:a16="http://schemas.microsoft.com/office/drawing/2014/main" id="{284A2E68-219B-3A7E-1755-8AC9C50C5263}"/>
              </a:ext>
            </a:extLst>
          </p:cNvPr>
          <p:cNvCxnSpPr/>
          <p:nvPr/>
        </p:nvCxnSpPr>
        <p:spPr>
          <a:xfrm>
            <a:off x="4405884" y="3516789"/>
            <a:ext cx="116682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5" name="Ellipse 134">
            <a:extLst>
              <a:ext uri="{FF2B5EF4-FFF2-40B4-BE49-F238E27FC236}">
                <a16:creationId xmlns:a16="http://schemas.microsoft.com/office/drawing/2014/main" id="{20FD45A6-5980-E26D-5639-1251347F231B}"/>
              </a:ext>
            </a:extLst>
          </p:cNvPr>
          <p:cNvSpPr/>
          <p:nvPr/>
        </p:nvSpPr>
        <p:spPr>
          <a:xfrm>
            <a:off x="2832788" y="3638492"/>
            <a:ext cx="45720" cy="45720"/>
          </a:xfrm>
          <a:prstGeom prst="ellipse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36" name="Ellipse 135">
            <a:extLst>
              <a:ext uri="{FF2B5EF4-FFF2-40B4-BE49-F238E27FC236}">
                <a16:creationId xmlns:a16="http://schemas.microsoft.com/office/drawing/2014/main" id="{CA4F1FFE-8477-E5FE-DD5C-5B9D6B26BF37}"/>
              </a:ext>
            </a:extLst>
          </p:cNvPr>
          <p:cNvSpPr/>
          <p:nvPr/>
        </p:nvSpPr>
        <p:spPr>
          <a:xfrm>
            <a:off x="4441365" y="3632845"/>
            <a:ext cx="45720" cy="4572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45" name="Textfeld 144">
            <a:extLst>
              <a:ext uri="{FF2B5EF4-FFF2-40B4-BE49-F238E27FC236}">
                <a16:creationId xmlns:a16="http://schemas.microsoft.com/office/drawing/2014/main" id="{E6C4F092-F407-1E4F-8344-6E20CBE67D20}"/>
              </a:ext>
            </a:extLst>
          </p:cNvPr>
          <p:cNvSpPr txBox="1"/>
          <p:nvPr/>
        </p:nvSpPr>
        <p:spPr>
          <a:xfrm>
            <a:off x="2613198" y="1375744"/>
            <a:ext cx="502061" cy="46166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de-DE" sz="800" dirty="0"/>
              <a:t>C</a:t>
            </a:r>
            <a:endParaRPr lang="de-DE" sz="800" baseline="-25000" dirty="0"/>
          </a:p>
          <a:p>
            <a:r>
              <a:rPr lang="de-DE" sz="800" dirty="0"/>
              <a:t>100nF</a:t>
            </a:r>
          </a:p>
          <a:p>
            <a:r>
              <a:rPr lang="de-DE" sz="800" dirty="0" err="1"/>
              <a:t>Keram</a:t>
            </a:r>
            <a:r>
              <a:rPr lang="de-DE" sz="800" dirty="0"/>
              <a:t>.</a:t>
            </a:r>
          </a:p>
        </p:txBody>
      </p:sp>
      <p:cxnSp>
        <p:nvCxnSpPr>
          <p:cNvPr id="157" name="Gerader Verbinder 156">
            <a:extLst>
              <a:ext uri="{FF2B5EF4-FFF2-40B4-BE49-F238E27FC236}">
                <a16:creationId xmlns:a16="http://schemas.microsoft.com/office/drawing/2014/main" id="{29B34DC2-5D43-62A3-33C9-38E9360C1D4C}"/>
              </a:ext>
            </a:extLst>
          </p:cNvPr>
          <p:cNvCxnSpPr>
            <a:cxnSpLocks/>
          </p:cNvCxnSpPr>
          <p:nvPr/>
        </p:nvCxnSpPr>
        <p:spPr>
          <a:xfrm>
            <a:off x="2417763" y="3767138"/>
            <a:ext cx="0" cy="205130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" name="Gerader Verbinder 157">
            <a:extLst>
              <a:ext uri="{FF2B5EF4-FFF2-40B4-BE49-F238E27FC236}">
                <a16:creationId xmlns:a16="http://schemas.microsoft.com/office/drawing/2014/main" id="{810C60B6-BD72-1939-8186-F3DB8320A674}"/>
              </a:ext>
            </a:extLst>
          </p:cNvPr>
          <p:cNvCxnSpPr>
            <a:cxnSpLocks/>
          </p:cNvCxnSpPr>
          <p:nvPr/>
        </p:nvCxnSpPr>
        <p:spPr>
          <a:xfrm>
            <a:off x="2417763" y="4080279"/>
            <a:ext cx="0" cy="603640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9" name="Gerader Verbinder 158">
            <a:extLst>
              <a:ext uri="{FF2B5EF4-FFF2-40B4-BE49-F238E27FC236}">
                <a16:creationId xmlns:a16="http://schemas.microsoft.com/office/drawing/2014/main" id="{9BC62A3E-8282-6A37-9ECF-3489F5149965}"/>
              </a:ext>
            </a:extLst>
          </p:cNvPr>
          <p:cNvCxnSpPr/>
          <p:nvPr/>
        </p:nvCxnSpPr>
        <p:spPr>
          <a:xfrm>
            <a:off x="2359422" y="3972268"/>
            <a:ext cx="116682" cy="0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0" name="Gerader Verbinder 159">
            <a:extLst>
              <a:ext uri="{FF2B5EF4-FFF2-40B4-BE49-F238E27FC236}">
                <a16:creationId xmlns:a16="http://schemas.microsoft.com/office/drawing/2014/main" id="{E9DE3803-3C02-44A7-700C-FC36AEE0AC8B}"/>
              </a:ext>
            </a:extLst>
          </p:cNvPr>
          <p:cNvCxnSpPr/>
          <p:nvPr/>
        </p:nvCxnSpPr>
        <p:spPr>
          <a:xfrm>
            <a:off x="2359422" y="4080279"/>
            <a:ext cx="116682" cy="0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1" name="Rechteck 160">
            <a:extLst>
              <a:ext uri="{FF2B5EF4-FFF2-40B4-BE49-F238E27FC236}">
                <a16:creationId xmlns:a16="http://schemas.microsoft.com/office/drawing/2014/main" id="{5DB435FE-4153-17FE-1FFE-6B9C57C87514}"/>
              </a:ext>
            </a:extLst>
          </p:cNvPr>
          <p:cNvSpPr/>
          <p:nvPr/>
        </p:nvSpPr>
        <p:spPr>
          <a:xfrm>
            <a:off x="2834482" y="3935863"/>
            <a:ext cx="45719" cy="176607"/>
          </a:xfrm>
          <a:prstGeom prst="rect">
            <a:avLst/>
          </a:prstGeom>
          <a:noFill/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162" name="Gerader Verbinder 161">
            <a:extLst>
              <a:ext uri="{FF2B5EF4-FFF2-40B4-BE49-F238E27FC236}">
                <a16:creationId xmlns:a16="http://schemas.microsoft.com/office/drawing/2014/main" id="{E35CEBB9-F72C-8AF8-A677-296DB2FF8494}"/>
              </a:ext>
            </a:extLst>
          </p:cNvPr>
          <p:cNvCxnSpPr>
            <a:cxnSpLocks/>
          </p:cNvCxnSpPr>
          <p:nvPr/>
        </p:nvCxnSpPr>
        <p:spPr>
          <a:xfrm>
            <a:off x="2857341" y="3762375"/>
            <a:ext cx="0" cy="173488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3" name="Gerader Verbinder 162">
            <a:extLst>
              <a:ext uri="{FF2B5EF4-FFF2-40B4-BE49-F238E27FC236}">
                <a16:creationId xmlns:a16="http://schemas.microsoft.com/office/drawing/2014/main" id="{A8855512-0A83-A458-1EAB-67E858B32DAA}"/>
              </a:ext>
            </a:extLst>
          </p:cNvPr>
          <p:cNvCxnSpPr>
            <a:cxnSpLocks/>
          </p:cNvCxnSpPr>
          <p:nvPr/>
        </p:nvCxnSpPr>
        <p:spPr>
          <a:xfrm flipH="1">
            <a:off x="2857255" y="4112470"/>
            <a:ext cx="86" cy="573830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4" name="Rechteck 163">
            <a:extLst>
              <a:ext uri="{FF2B5EF4-FFF2-40B4-BE49-F238E27FC236}">
                <a16:creationId xmlns:a16="http://schemas.microsoft.com/office/drawing/2014/main" id="{99380250-3C59-F494-C148-F2BA19E38A3A}"/>
              </a:ext>
            </a:extLst>
          </p:cNvPr>
          <p:cNvSpPr/>
          <p:nvPr/>
        </p:nvSpPr>
        <p:spPr>
          <a:xfrm>
            <a:off x="3371850" y="3935863"/>
            <a:ext cx="45719" cy="176607"/>
          </a:xfrm>
          <a:prstGeom prst="rect">
            <a:avLst/>
          </a:prstGeom>
          <a:noFill/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166" name="Gerader Verbinder 165">
            <a:extLst>
              <a:ext uri="{FF2B5EF4-FFF2-40B4-BE49-F238E27FC236}">
                <a16:creationId xmlns:a16="http://schemas.microsoft.com/office/drawing/2014/main" id="{77928E09-0E4D-9993-D5A5-D685862CEF40}"/>
              </a:ext>
            </a:extLst>
          </p:cNvPr>
          <p:cNvCxnSpPr>
            <a:cxnSpLocks/>
          </p:cNvCxnSpPr>
          <p:nvPr/>
        </p:nvCxnSpPr>
        <p:spPr>
          <a:xfrm>
            <a:off x="3394709" y="4112470"/>
            <a:ext cx="0" cy="144416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0" name="Gerader Verbinder 179">
            <a:extLst>
              <a:ext uri="{FF2B5EF4-FFF2-40B4-BE49-F238E27FC236}">
                <a16:creationId xmlns:a16="http://schemas.microsoft.com/office/drawing/2014/main" id="{13921C33-3216-EF22-5914-D473081DB171}"/>
              </a:ext>
            </a:extLst>
          </p:cNvPr>
          <p:cNvCxnSpPr>
            <a:cxnSpLocks/>
            <a:endCxn id="248" idx="2"/>
          </p:cNvCxnSpPr>
          <p:nvPr/>
        </p:nvCxnSpPr>
        <p:spPr>
          <a:xfrm flipV="1">
            <a:off x="2413000" y="4681538"/>
            <a:ext cx="5430838" cy="1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1" name="Gerader Verbinder 180">
            <a:extLst>
              <a:ext uri="{FF2B5EF4-FFF2-40B4-BE49-F238E27FC236}">
                <a16:creationId xmlns:a16="http://schemas.microsoft.com/office/drawing/2014/main" id="{473C2603-1770-69D5-EC50-EC2819F2E9DB}"/>
              </a:ext>
            </a:extLst>
          </p:cNvPr>
          <p:cNvCxnSpPr>
            <a:cxnSpLocks/>
            <a:endCxn id="242" idx="2"/>
          </p:cNvCxnSpPr>
          <p:nvPr/>
        </p:nvCxnSpPr>
        <p:spPr>
          <a:xfrm>
            <a:off x="3390898" y="4260850"/>
            <a:ext cx="4464846" cy="1588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5" name="Gerader Verbinder 184">
            <a:extLst>
              <a:ext uri="{FF2B5EF4-FFF2-40B4-BE49-F238E27FC236}">
                <a16:creationId xmlns:a16="http://schemas.microsoft.com/office/drawing/2014/main" id="{C85B52FD-30F7-F400-E5FA-8E4BE3652E96}"/>
              </a:ext>
            </a:extLst>
          </p:cNvPr>
          <p:cNvCxnSpPr>
            <a:cxnSpLocks/>
          </p:cNvCxnSpPr>
          <p:nvPr/>
        </p:nvCxnSpPr>
        <p:spPr>
          <a:xfrm>
            <a:off x="4024533" y="3773021"/>
            <a:ext cx="0" cy="20513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6" name="Gerader Verbinder 185">
            <a:extLst>
              <a:ext uri="{FF2B5EF4-FFF2-40B4-BE49-F238E27FC236}">
                <a16:creationId xmlns:a16="http://schemas.microsoft.com/office/drawing/2014/main" id="{B6084C23-C5A4-C023-97CE-888E20AF2A0F}"/>
              </a:ext>
            </a:extLst>
          </p:cNvPr>
          <p:cNvCxnSpPr/>
          <p:nvPr/>
        </p:nvCxnSpPr>
        <p:spPr>
          <a:xfrm>
            <a:off x="3966192" y="3978151"/>
            <a:ext cx="116682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7" name="Gerader Verbinder 186">
            <a:extLst>
              <a:ext uri="{FF2B5EF4-FFF2-40B4-BE49-F238E27FC236}">
                <a16:creationId xmlns:a16="http://schemas.microsoft.com/office/drawing/2014/main" id="{300B83D3-45C5-C9CB-908B-C82B21371863}"/>
              </a:ext>
            </a:extLst>
          </p:cNvPr>
          <p:cNvCxnSpPr/>
          <p:nvPr/>
        </p:nvCxnSpPr>
        <p:spPr>
          <a:xfrm>
            <a:off x="3966192" y="4086162"/>
            <a:ext cx="116682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8" name="Rechteck 187">
            <a:extLst>
              <a:ext uri="{FF2B5EF4-FFF2-40B4-BE49-F238E27FC236}">
                <a16:creationId xmlns:a16="http://schemas.microsoft.com/office/drawing/2014/main" id="{D7FCAE9E-93EA-AC07-AE2E-EA4EA23D795F}"/>
              </a:ext>
            </a:extLst>
          </p:cNvPr>
          <p:cNvSpPr/>
          <p:nvPr/>
        </p:nvSpPr>
        <p:spPr>
          <a:xfrm>
            <a:off x="4441252" y="3941746"/>
            <a:ext cx="45719" cy="17660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189" name="Gerader Verbinder 188">
            <a:extLst>
              <a:ext uri="{FF2B5EF4-FFF2-40B4-BE49-F238E27FC236}">
                <a16:creationId xmlns:a16="http://schemas.microsoft.com/office/drawing/2014/main" id="{5C48748C-4D53-03DA-8E77-954537290C8E}"/>
              </a:ext>
            </a:extLst>
          </p:cNvPr>
          <p:cNvCxnSpPr>
            <a:cxnSpLocks/>
          </p:cNvCxnSpPr>
          <p:nvPr/>
        </p:nvCxnSpPr>
        <p:spPr>
          <a:xfrm>
            <a:off x="4464111" y="3768258"/>
            <a:ext cx="0" cy="173488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0" name="Rechteck 189">
            <a:extLst>
              <a:ext uri="{FF2B5EF4-FFF2-40B4-BE49-F238E27FC236}">
                <a16:creationId xmlns:a16="http://schemas.microsoft.com/office/drawing/2014/main" id="{F94BAB87-A8AF-EC12-0E98-120FDE29A8AC}"/>
              </a:ext>
            </a:extLst>
          </p:cNvPr>
          <p:cNvSpPr/>
          <p:nvPr/>
        </p:nvSpPr>
        <p:spPr>
          <a:xfrm>
            <a:off x="4978620" y="3941746"/>
            <a:ext cx="45719" cy="17660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191" name="Gerader Verbinder 190">
            <a:extLst>
              <a:ext uri="{FF2B5EF4-FFF2-40B4-BE49-F238E27FC236}">
                <a16:creationId xmlns:a16="http://schemas.microsoft.com/office/drawing/2014/main" id="{5956759B-8D2C-37DB-7BC1-F02514BFFDDA}"/>
              </a:ext>
            </a:extLst>
          </p:cNvPr>
          <p:cNvCxnSpPr>
            <a:cxnSpLocks/>
          </p:cNvCxnSpPr>
          <p:nvPr/>
        </p:nvCxnSpPr>
        <p:spPr>
          <a:xfrm>
            <a:off x="5001479" y="3773021"/>
            <a:ext cx="0" cy="168725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6" name="Gerader Verbinder 195">
            <a:extLst>
              <a:ext uri="{FF2B5EF4-FFF2-40B4-BE49-F238E27FC236}">
                <a16:creationId xmlns:a16="http://schemas.microsoft.com/office/drawing/2014/main" id="{5AF80538-9009-16B5-B179-C548602AE552}"/>
              </a:ext>
            </a:extLst>
          </p:cNvPr>
          <p:cNvCxnSpPr>
            <a:cxnSpLocks/>
          </p:cNvCxnSpPr>
          <p:nvPr/>
        </p:nvCxnSpPr>
        <p:spPr>
          <a:xfrm>
            <a:off x="4019644" y="3776209"/>
            <a:ext cx="982620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8" name="Gerader Verbinder 197">
            <a:extLst>
              <a:ext uri="{FF2B5EF4-FFF2-40B4-BE49-F238E27FC236}">
                <a16:creationId xmlns:a16="http://schemas.microsoft.com/office/drawing/2014/main" id="{9C74F104-D76D-8627-4DFB-FCC3ABC9DEF6}"/>
              </a:ext>
            </a:extLst>
          </p:cNvPr>
          <p:cNvCxnSpPr>
            <a:cxnSpLocks/>
            <a:endCxn id="200" idx="0"/>
          </p:cNvCxnSpPr>
          <p:nvPr/>
        </p:nvCxnSpPr>
        <p:spPr>
          <a:xfrm>
            <a:off x="4026254" y="4088574"/>
            <a:ext cx="779" cy="129355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9" name="Gerader Verbinder 198">
            <a:extLst>
              <a:ext uri="{FF2B5EF4-FFF2-40B4-BE49-F238E27FC236}">
                <a16:creationId xmlns:a16="http://schemas.microsoft.com/office/drawing/2014/main" id="{526D8F5C-3247-06C0-EEA5-2DD1B0DE8979}"/>
              </a:ext>
            </a:extLst>
          </p:cNvPr>
          <p:cNvCxnSpPr>
            <a:cxnSpLocks/>
            <a:endCxn id="202" idx="0"/>
          </p:cNvCxnSpPr>
          <p:nvPr/>
        </p:nvCxnSpPr>
        <p:spPr>
          <a:xfrm>
            <a:off x="4465832" y="4127908"/>
            <a:ext cx="0" cy="86141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0" name="Bogen 199">
            <a:extLst>
              <a:ext uri="{FF2B5EF4-FFF2-40B4-BE49-F238E27FC236}">
                <a16:creationId xmlns:a16="http://schemas.microsoft.com/office/drawing/2014/main" id="{9E159D7F-6C06-6111-BB89-4045B45A0939}"/>
              </a:ext>
            </a:extLst>
          </p:cNvPr>
          <p:cNvSpPr/>
          <p:nvPr/>
        </p:nvSpPr>
        <p:spPr>
          <a:xfrm>
            <a:off x="3980808" y="4217929"/>
            <a:ext cx="92450" cy="92450"/>
          </a:xfrm>
          <a:prstGeom prst="arc">
            <a:avLst>
              <a:gd name="adj1" fmla="val 16200000"/>
              <a:gd name="adj2" fmla="val 5452349"/>
            </a:avLst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02" name="Bogen 201">
            <a:extLst>
              <a:ext uri="{FF2B5EF4-FFF2-40B4-BE49-F238E27FC236}">
                <a16:creationId xmlns:a16="http://schemas.microsoft.com/office/drawing/2014/main" id="{21A8599E-9B66-8BDC-28C4-65D44B4C6509}"/>
              </a:ext>
            </a:extLst>
          </p:cNvPr>
          <p:cNvSpPr/>
          <p:nvPr/>
        </p:nvSpPr>
        <p:spPr>
          <a:xfrm>
            <a:off x="4419607" y="4214049"/>
            <a:ext cx="92450" cy="92450"/>
          </a:xfrm>
          <a:prstGeom prst="arc">
            <a:avLst>
              <a:gd name="adj1" fmla="val 16200000"/>
              <a:gd name="adj2" fmla="val 5452349"/>
            </a:avLst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206" name="Gerader Verbinder 205">
            <a:extLst>
              <a:ext uri="{FF2B5EF4-FFF2-40B4-BE49-F238E27FC236}">
                <a16:creationId xmlns:a16="http://schemas.microsoft.com/office/drawing/2014/main" id="{5E98E20E-04A4-E6D0-8C02-F7E4704F8565}"/>
              </a:ext>
            </a:extLst>
          </p:cNvPr>
          <p:cNvCxnSpPr>
            <a:cxnSpLocks/>
            <a:endCxn id="207" idx="0"/>
          </p:cNvCxnSpPr>
          <p:nvPr/>
        </p:nvCxnSpPr>
        <p:spPr>
          <a:xfrm flipH="1">
            <a:off x="4999232" y="4127908"/>
            <a:ext cx="1607" cy="86141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7" name="Bogen 206">
            <a:extLst>
              <a:ext uri="{FF2B5EF4-FFF2-40B4-BE49-F238E27FC236}">
                <a16:creationId xmlns:a16="http://schemas.microsoft.com/office/drawing/2014/main" id="{8903C584-DFD5-989D-7E0F-0D4A440F072A}"/>
              </a:ext>
            </a:extLst>
          </p:cNvPr>
          <p:cNvSpPr/>
          <p:nvPr/>
        </p:nvSpPr>
        <p:spPr>
          <a:xfrm>
            <a:off x="4953007" y="4214049"/>
            <a:ext cx="92450" cy="92450"/>
          </a:xfrm>
          <a:prstGeom prst="arc">
            <a:avLst>
              <a:gd name="adj1" fmla="val 16200000"/>
              <a:gd name="adj2" fmla="val 5452349"/>
            </a:avLst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209" name="Gerader Verbinder 208">
            <a:extLst>
              <a:ext uri="{FF2B5EF4-FFF2-40B4-BE49-F238E27FC236}">
                <a16:creationId xmlns:a16="http://schemas.microsoft.com/office/drawing/2014/main" id="{49B7BFF6-BEA6-F330-0015-12A983666EE5}"/>
              </a:ext>
            </a:extLst>
          </p:cNvPr>
          <p:cNvCxnSpPr>
            <a:cxnSpLocks/>
          </p:cNvCxnSpPr>
          <p:nvPr/>
        </p:nvCxnSpPr>
        <p:spPr>
          <a:xfrm>
            <a:off x="4029929" y="4301658"/>
            <a:ext cx="0" cy="375117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1" name="Gerader Verbinder 210">
            <a:extLst>
              <a:ext uri="{FF2B5EF4-FFF2-40B4-BE49-F238E27FC236}">
                <a16:creationId xmlns:a16="http://schemas.microsoft.com/office/drawing/2014/main" id="{55562CDD-A353-CF4B-E139-A22BE7502FBD}"/>
              </a:ext>
            </a:extLst>
          </p:cNvPr>
          <p:cNvCxnSpPr>
            <a:cxnSpLocks/>
          </p:cNvCxnSpPr>
          <p:nvPr/>
        </p:nvCxnSpPr>
        <p:spPr>
          <a:xfrm>
            <a:off x="4465832" y="4299277"/>
            <a:ext cx="0" cy="375117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2" name="Gerader Verbinder 211">
            <a:extLst>
              <a:ext uri="{FF2B5EF4-FFF2-40B4-BE49-F238E27FC236}">
                <a16:creationId xmlns:a16="http://schemas.microsoft.com/office/drawing/2014/main" id="{C5BFDA2A-1DF3-D7AE-5902-2BBF258B4E2A}"/>
              </a:ext>
            </a:extLst>
          </p:cNvPr>
          <p:cNvCxnSpPr>
            <a:cxnSpLocks/>
          </p:cNvCxnSpPr>
          <p:nvPr/>
        </p:nvCxnSpPr>
        <p:spPr>
          <a:xfrm>
            <a:off x="5001479" y="4304039"/>
            <a:ext cx="0" cy="34178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3" name="Bogen 212">
            <a:extLst>
              <a:ext uri="{FF2B5EF4-FFF2-40B4-BE49-F238E27FC236}">
                <a16:creationId xmlns:a16="http://schemas.microsoft.com/office/drawing/2014/main" id="{F8D16571-E916-5794-7DEE-A9953AFD853D}"/>
              </a:ext>
            </a:extLst>
          </p:cNvPr>
          <p:cNvSpPr/>
          <p:nvPr/>
        </p:nvSpPr>
        <p:spPr>
          <a:xfrm>
            <a:off x="4955388" y="4637912"/>
            <a:ext cx="92450" cy="92450"/>
          </a:xfrm>
          <a:prstGeom prst="arc">
            <a:avLst>
              <a:gd name="adj1" fmla="val 16200000"/>
              <a:gd name="adj2" fmla="val 5452349"/>
            </a:avLst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215" name="Gerader Verbinder 214">
            <a:extLst>
              <a:ext uri="{FF2B5EF4-FFF2-40B4-BE49-F238E27FC236}">
                <a16:creationId xmlns:a16="http://schemas.microsoft.com/office/drawing/2014/main" id="{34A696A8-6CBF-7280-7B2B-9395D9AECA26}"/>
              </a:ext>
            </a:extLst>
          </p:cNvPr>
          <p:cNvCxnSpPr>
            <a:cxnSpLocks/>
            <a:endCxn id="251" idx="2"/>
          </p:cNvCxnSpPr>
          <p:nvPr/>
        </p:nvCxnSpPr>
        <p:spPr>
          <a:xfrm flipV="1">
            <a:off x="4989250" y="5110163"/>
            <a:ext cx="2852206" cy="794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7" name="Gerader Verbinder 216">
            <a:extLst>
              <a:ext uri="{FF2B5EF4-FFF2-40B4-BE49-F238E27FC236}">
                <a16:creationId xmlns:a16="http://schemas.microsoft.com/office/drawing/2014/main" id="{B89CE2E8-587E-6D40-333D-EB0D248C253B}"/>
              </a:ext>
            </a:extLst>
          </p:cNvPr>
          <p:cNvCxnSpPr>
            <a:cxnSpLocks/>
          </p:cNvCxnSpPr>
          <p:nvPr/>
        </p:nvCxnSpPr>
        <p:spPr>
          <a:xfrm>
            <a:off x="5006242" y="4730283"/>
            <a:ext cx="0" cy="391786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2" name="Textfeld 221">
            <a:extLst>
              <a:ext uri="{FF2B5EF4-FFF2-40B4-BE49-F238E27FC236}">
                <a16:creationId xmlns:a16="http://schemas.microsoft.com/office/drawing/2014/main" id="{EC3E68A3-F656-2114-EC2C-4FBD641A007A}"/>
              </a:ext>
            </a:extLst>
          </p:cNvPr>
          <p:cNvSpPr txBox="1"/>
          <p:nvPr/>
        </p:nvSpPr>
        <p:spPr>
          <a:xfrm>
            <a:off x="7998483" y="4142493"/>
            <a:ext cx="460511" cy="27699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de-DE" sz="1200" dirty="0"/>
              <a:t>AC1</a:t>
            </a:r>
          </a:p>
        </p:txBody>
      </p:sp>
      <p:sp>
        <p:nvSpPr>
          <p:cNvPr id="223" name="Textfeld 222">
            <a:extLst>
              <a:ext uri="{FF2B5EF4-FFF2-40B4-BE49-F238E27FC236}">
                <a16:creationId xmlns:a16="http://schemas.microsoft.com/office/drawing/2014/main" id="{7D0B8E63-F1BE-AC66-17EF-912E33ABC8BE}"/>
              </a:ext>
            </a:extLst>
          </p:cNvPr>
          <p:cNvSpPr txBox="1"/>
          <p:nvPr/>
        </p:nvSpPr>
        <p:spPr>
          <a:xfrm>
            <a:off x="7998483" y="4548893"/>
            <a:ext cx="958917" cy="27699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de-DE" sz="1200" dirty="0"/>
              <a:t>GND_MESS</a:t>
            </a:r>
          </a:p>
        </p:txBody>
      </p:sp>
      <p:sp>
        <p:nvSpPr>
          <p:cNvPr id="224" name="Textfeld 223">
            <a:extLst>
              <a:ext uri="{FF2B5EF4-FFF2-40B4-BE49-F238E27FC236}">
                <a16:creationId xmlns:a16="http://schemas.microsoft.com/office/drawing/2014/main" id="{2239A6D1-5CD7-C7B0-1488-66150DFF16A9}"/>
              </a:ext>
            </a:extLst>
          </p:cNvPr>
          <p:cNvSpPr txBox="1"/>
          <p:nvPr/>
        </p:nvSpPr>
        <p:spPr>
          <a:xfrm>
            <a:off x="8001336" y="4987043"/>
            <a:ext cx="460511" cy="27699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de-DE" sz="1200" dirty="0"/>
              <a:t>AC2</a:t>
            </a:r>
          </a:p>
        </p:txBody>
      </p:sp>
      <p:cxnSp>
        <p:nvCxnSpPr>
          <p:cNvPr id="231" name="Gerader Verbinder 230">
            <a:extLst>
              <a:ext uri="{FF2B5EF4-FFF2-40B4-BE49-F238E27FC236}">
                <a16:creationId xmlns:a16="http://schemas.microsoft.com/office/drawing/2014/main" id="{8272BF6F-4BE2-B9F1-03EB-C405BA63E884}"/>
              </a:ext>
            </a:extLst>
          </p:cNvPr>
          <p:cNvCxnSpPr>
            <a:cxnSpLocks/>
            <a:endCxn id="233" idx="0"/>
          </p:cNvCxnSpPr>
          <p:nvPr/>
        </p:nvCxnSpPr>
        <p:spPr>
          <a:xfrm>
            <a:off x="7077523" y="1814496"/>
            <a:ext cx="0" cy="239796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3" name="Bogen 232">
            <a:extLst>
              <a:ext uri="{FF2B5EF4-FFF2-40B4-BE49-F238E27FC236}">
                <a16:creationId xmlns:a16="http://schemas.microsoft.com/office/drawing/2014/main" id="{B9F97041-5139-F21F-6CB8-0AFE2D794901}"/>
              </a:ext>
            </a:extLst>
          </p:cNvPr>
          <p:cNvSpPr/>
          <p:nvPr/>
        </p:nvSpPr>
        <p:spPr>
          <a:xfrm>
            <a:off x="7031298" y="4212462"/>
            <a:ext cx="92450" cy="92450"/>
          </a:xfrm>
          <a:prstGeom prst="arc">
            <a:avLst>
              <a:gd name="adj1" fmla="val 16200000"/>
              <a:gd name="adj2" fmla="val 5452349"/>
            </a:avLst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235" name="Gerader Verbinder 234">
            <a:extLst>
              <a:ext uri="{FF2B5EF4-FFF2-40B4-BE49-F238E27FC236}">
                <a16:creationId xmlns:a16="http://schemas.microsoft.com/office/drawing/2014/main" id="{836157F5-9E4F-E00E-8EAD-8EEEA1EAC387}"/>
              </a:ext>
            </a:extLst>
          </p:cNvPr>
          <p:cNvCxnSpPr>
            <a:cxnSpLocks/>
          </p:cNvCxnSpPr>
          <p:nvPr/>
        </p:nvCxnSpPr>
        <p:spPr>
          <a:xfrm>
            <a:off x="7077523" y="4292846"/>
            <a:ext cx="0" cy="39345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8" name="Bogen 237">
            <a:extLst>
              <a:ext uri="{FF2B5EF4-FFF2-40B4-BE49-F238E27FC236}">
                <a16:creationId xmlns:a16="http://schemas.microsoft.com/office/drawing/2014/main" id="{88AD9B42-E78E-7C09-DB8B-77A3F6859229}"/>
              </a:ext>
            </a:extLst>
          </p:cNvPr>
          <p:cNvSpPr/>
          <p:nvPr/>
        </p:nvSpPr>
        <p:spPr>
          <a:xfrm>
            <a:off x="6567934" y="1775828"/>
            <a:ext cx="92450" cy="92450"/>
          </a:xfrm>
          <a:prstGeom prst="arc">
            <a:avLst>
              <a:gd name="adj1" fmla="val 16200000"/>
              <a:gd name="adj2" fmla="val 5452349"/>
            </a:avLst>
          </a:prstGeom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240" name="Gerader Verbinder 239">
            <a:extLst>
              <a:ext uri="{FF2B5EF4-FFF2-40B4-BE49-F238E27FC236}">
                <a16:creationId xmlns:a16="http://schemas.microsoft.com/office/drawing/2014/main" id="{E2BA0546-7A52-C2B6-3BED-398C8CCEEA02}"/>
              </a:ext>
            </a:extLst>
          </p:cNvPr>
          <p:cNvCxnSpPr>
            <a:cxnSpLocks/>
            <a:endCxn id="238" idx="0"/>
          </p:cNvCxnSpPr>
          <p:nvPr/>
        </p:nvCxnSpPr>
        <p:spPr>
          <a:xfrm flipH="1">
            <a:off x="6614159" y="1393794"/>
            <a:ext cx="634" cy="382034"/>
          </a:xfrm>
          <a:prstGeom prst="line">
            <a:avLst/>
          </a:prstGeom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2" name="Ellipse 241">
            <a:extLst>
              <a:ext uri="{FF2B5EF4-FFF2-40B4-BE49-F238E27FC236}">
                <a16:creationId xmlns:a16="http://schemas.microsoft.com/office/drawing/2014/main" id="{1FD2AB36-DC40-C31C-C40C-4FD4F3A1D79E}"/>
              </a:ext>
            </a:extLst>
          </p:cNvPr>
          <p:cNvSpPr/>
          <p:nvPr/>
        </p:nvSpPr>
        <p:spPr>
          <a:xfrm>
            <a:off x="7855744" y="4169569"/>
            <a:ext cx="185737" cy="18573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245" name="Gerader Verbinder 244">
            <a:extLst>
              <a:ext uri="{FF2B5EF4-FFF2-40B4-BE49-F238E27FC236}">
                <a16:creationId xmlns:a16="http://schemas.microsoft.com/office/drawing/2014/main" id="{F13A671A-20EB-14E0-0C77-E7B495B205FB}"/>
              </a:ext>
            </a:extLst>
          </p:cNvPr>
          <p:cNvCxnSpPr>
            <a:stCxn id="242" idx="1"/>
            <a:endCxn id="242" idx="5"/>
          </p:cNvCxnSpPr>
          <p:nvPr/>
        </p:nvCxnSpPr>
        <p:spPr>
          <a:xfrm>
            <a:off x="7882945" y="4196770"/>
            <a:ext cx="131335" cy="13133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7" name="Gerader Verbinder 246">
            <a:extLst>
              <a:ext uri="{FF2B5EF4-FFF2-40B4-BE49-F238E27FC236}">
                <a16:creationId xmlns:a16="http://schemas.microsoft.com/office/drawing/2014/main" id="{A4B46062-6A52-5E0F-F10B-7CF3C148506F}"/>
              </a:ext>
            </a:extLst>
          </p:cNvPr>
          <p:cNvCxnSpPr>
            <a:stCxn id="242" idx="3"/>
            <a:endCxn id="242" idx="7"/>
          </p:cNvCxnSpPr>
          <p:nvPr/>
        </p:nvCxnSpPr>
        <p:spPr>
          <a:xfrm flipV="1">
            <a:off x="7882945" y="4196770"/>
            <a:ext cx="131335" cy="13133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8" name="Ellipse 247">
            <a:extLst>
              <a:ext uri="{FF2B5EF4-FFF2-40B4-BE49-F238E27FC236}">
                <a16:creationId xmlns:a16="http://schemas.microsoft.com/office/drawing/2014/main" id="{46C3EB74-B724-B956-0C3D-FFEBA50AEE7C}"/>
              </a:ext>
            </a:extLst>
          </p:cNvPr>
          <p:cNvSpPr/>
          <p:nvPr/>
        </p:nvSpPr>
        <p:spPr>
          <a:xfrm>
            <a:off x="7843838" y="4588669"/>
            <a:ext cx="185737" cy="18573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249" name="Gerader Verbinder 248">
            <a:extLst>
              <a:ext uri="{FF2B5EF4-FFF2-40B4-BE49-F238E27FC236}">
                <a16:creationId xmlns:a16="http://schemas.microsoft.com/office/drawing/2014/main" id="{E2FAB081-EFEF-1152-1ADD-0DEA0160C247}"/>
              </a:ext>
            </a:extLst>
          </p:cNvPr>
          <p:cNvCxnSpPr>
            <a:stCxn id="248" idx="1"/>
            <a:endCxn id="248" idx="5"/>
          </p:cNvCxnSpPr>
          <p:nvPr/>
        </p:nvCxnSpPr>
        <p:spPr>
          <a:xfrm>
            <a:off x="7871039" y="4615870"/>
            <a:ext cx="131335" cy="13133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0" name="Gerader Verbinder 249">
            <a:extLst>
              <a:ext uri="{FF2B5EF4-FFF2-40B4-BE49-F238E27FC236}">
                <a16:creationId xmlns:a16="http://schemas.microsoft.com/office/drawing/2014/main" id="{A702BB99-75B2-6233-820D-40BC89F8EEDC}"/>
              </a:ext>
            </a:extLst>
          </p:cNvPr>
          <p:cNvCxnSpPr>
            <a:stCxn id="248" idx="3"/>
            <a:endCxn id="248" idx="7"/>
          </p:cNvCxnSpPr>
          <p:nvPr/>
        </p:nvCxnSpPr>
        <p:spPr>
          <a:xfrm flipV="1">
            <a:off x="7871039" y="4615870"/>
            <a:ext cx="131335" cy="13133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1" name="Ellipse 250">
            <a:extLst>
              <a:ext uri="{FF2B5EF4-FFF2-40B4-BE49-F238E27FC236}">
                <a16:creationId xmlns:a16="http://schemas.microsoft.com/office/drawing/2014/main" id="{4CFA5E68-DE6A-D285-24B5-1DDE8082C5B4}"/>
              </a:ext>
            </a:extLst>
          </p:cNvPr>
          <p:cNvSpPr/>
          <p:nvPr/>
        </p:nvSpPr>
        <p:spPr>
          <a:xfrm>
            <a:off x="7841456" y="5017294"/>
            <a:ext cx="185737" cy="18573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252" name="Gerader Verbinder 251">
            <a:extLst>
              <a:ext uri="{FF2B5EF4-FFF2-40B4-BE49-F238E27FC236}">
                <a16:creationId xmlns:a16="http://schemas.microsoft.com/office/drawing/2014/main" id="{B38C3E21-E724-C6E4-5F6B-79D63C20276A}"/>
              </a:ext>
            </a:extLst>
          </p:cNvPr>
          <p:cNvCxnSpPr>
            <a:stCxn id="251" idx="1"/>
            <a:endCxn id="251" idx="5"/>
          </p:cNvCxnSpPr>
          <p:nvPr/>
        </p:nvCxnSpPr>
        <p:spPr>
          <a:xfrm>
            <a:off x="7868657" y="5044495"/>
            <a:ext cx="131335" cy="13133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3" name="Gerader Verbinder 252">
            <a:extLst>
              <a:ext uri="{FF2B5EF4-FFF2-40B4-BE49-F238E27FC236}">
                <a16:creationId xmlns:a16="http://schemas.microsoft.com/office/drawing/2014/main" id="{1EEFAF3E-65AC-C5D1-F202-1481965B3874}"/>
              </a:ext>
            </a:extLst>
          </p:cNvPr>
          <p:cNvCxnSpPr>
            <a:stCxn id="251" idx="3"/>
            <a:endCxn id="251" idx="7"/>
          </p:cNvCxnSpPr>
          <p:nvPr/>
        </p:nvCxnSpPr>
        <p:spPr>
          <a:xfrm flipV="1">
            <a:off x="7868657" y="5044495"/>
            <a:ext cx="131335" cy="13133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6" name="Ellipse 255">
            <a:extLst>
              <a:ext uri="{FF2B5EF4-FFF2-40B4-BE49-F238E27FC236}">
                <a16:creationId xmlns:a16="http://schemas.microsoft.com/office/drawing/2014/main" id="{94745994-B536-1A9D-C7BE-72E1CDBCDE08}"/>
              </a:ext>
            </a:extLst>
          </p:cNvPr>
          <p:cNvSpPr/>
          <p:nvPr/>
        </p:nvSpPr>
        <p:spPr>
          <a:xfrm>
            <a:off x="2114680" y="2563033"/>
            <a:ext cx="185737" cy="18573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257" name="Gerader Verbinder 256">
            <a:extLst>
              <a:ext uri="{FF2B5EF4-FFF2-40B4-BE49-F238E27FC236}">
                <a16:creationId xmlns:a16="http://schemas.microsoft.com/office/drawing/2014/main" id="{80F4DCAC-58B4-F341-78BB-DBA3E3E81B4E}"/>
              </a:ext>
            </a:extLst>
          </p:cNvPr>
          <p:cNvCxnSpPr>
            <a:stCxn id="256" idx="1"/>
            <a:endCxn id="256" idx="5"/>
          </p:cNvCxnSpPr>
          <p:nvPr/>
        </p:nvCxnSpPr>
        <p:spPr>
          <a:xfrm>
            <a:off x="2141881" y="2590234"/>
            <a:ext cx="131335" cy="13133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8" name="Gerader Verbinder 257">
            <a:extLst>
              <a:ext uri="{FF2B5EF4-FFF2-40B4-BE49-F238E27FC236}">
                <a16:creationId xmlns:a16="http://schemas.microsoft.com/office/drawing/2014/main" id="{2A53C515-2F61-0620-E2DA-61322B35858E}"/>
              </a:ext>
            </a:extLst>
          </p:cNvPr>
          <p:cNvCxnSpPr>
            <a:stCxn id="256" idx="3"/>
            <a:endCxn id="256" idx="7"/>
          </p:cNvCxnSpPr>
          <p:nvPr/>
        </p:nvCxnSpPr>
        <p:spPr>
          <a:xfrm flipV="1">
            <a:off x="2141881" y="2590234"/>
            <a:ext cx="131335" cy="13133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3" name="Ellipse 262">
            <a:extLst>
              <a:ext uri="{FF2B5EF4-FFF2-40B4-BE49-F238E27FC236}">
                <a16:creationId xmlns:a16="http://schemas.microsoft.com/office/drawing/2014/main" id="{BACCA670-971F-00EC-7000-CE0413CA6958}"/>
              </a:ext>
            </a:extLst>
          </p:cNvPr>
          <p:cNvSpPr/>
          <p:nvPr/>
        </p:nvSpPr>
        <p:spPr>
          <a:xfrm>
            <a:off x="2111033" y="2137296"/>
            <a:ext cx="185737" cy="18573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264" name="Gerader Verbinder 263">
            <a:extLst>
              <a:ext uri="{FF2B5EF4-FFF2-40B4-BE49-F238E27FC236}">
                <a16:creationId xmlns:a16="http://schemas.microsoft.com/office/drawing/2014/main" id="{B7FD6EEB-6613-66F9-F399-E8BBF3713015}"/>
              </a:ext>
            </a:extLst>
          </p:cNvPr>
          <p:cNvCxnSpPr>
            <a:stCxn id="263" idx="1"/>
            <a:endCxn id="263" idx="5"/>
          </p:cNvCxnSpPr>
          <p:nvPr/>
        </p:nvCxnSpPr>
        <p:spPr>
          <a:xfrm>
            <a:off x="2138234" y="2164497"/>
            <a:ext cx="131335" cy="13133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5" name="Gerader Verbinder 264">
            <a:extLst>
              <a:ext uri="{FF2B5EF4-FFF2-40B4-BE49-F238E27FC236}">
                <a16:creationId xmlns:a16="http://schemas.microsoft.com/office/drawing/2014/main" id="{F1850D10-BC89-F051-925C-365ADB4B1375}"/>
              </a:ext>
            </a:extLst>
          </p:cNvPr>
          <p:cNvCxnSpPr>
            <a:stCxn id="263" idx="3"/>
            <a:endCxn id="263" idx="7"/>
          </p:cNvCxnSpPr>
          <p:nvPr/>
        </p:nvCxnSpPr>
        <p:spPr>
          <a:xfrm flipV="1">
            <a:off x="2138234" y="2164497"/>
            <a:ext cx="131335" cy="13133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6" name="Ellipse 265">
            <a:extLst>
              <a:ext uri="{FF2B5EF4-FFF2-40B4-BE49-F238E27FC236}">
                <a16:creationId xmlns:a16="http://schemas.microsoft.com/office/drawing/2014/main" id="{4EDD0FB5-8D64-BA3C-6AAA-FD06D90A30AC}"/>
              </a:ext>
            </a:extLst>
          </p:cNvPr>
          <p:cNvSpPr/>
          <p:nvPr/>
        </p:nvSpPr>
        <p:spPr>
          <a:xfrm>
            <a:off x="2110812" y="1721627"/>
            <a:ext cx="185737" cy="18573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267" name="Gerader Verbinder 266">
            <a:extLst>
              <a:ext uri="{FF2B5EF4-FFF2-40B4-BE49-F238E27FC236}">
                <a16:creationId xmlns:a16="http://schemas.microsoft.com/office/drawing/2014/main" id="{5ABB872A-0398-E8F5-E39B-013C46C290FF}"/>
              </a:ext>
            </a:extLst>
          </p:cNvPr>
          <p:cNvCxnSpPr>
            <a:stCxn id="266" idx="1"/>
            <a:endCxn id="266" idx="5"/>
          </p:cNvCxnSpPr>
          <p:nvPr/>
        </p:nvCxnSpPr>
        <p:spPr>
          <a:xfrm>
            <a:off x="2138013" y="1748828"/>
            <a:ext cx="131335" cy="13133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8" name="Gerader Verbinder 267">
            <a:extLst>
              <a:ext uri="{FF2B5EF4-FFF2-40B4-BE49-F238E27FC236}">
                <a16:creationId xmlns:a16="http://schemas.microsoft.com/office/drawing/2014/main" id="{DA6498A0-F9A8-F9E6-48A3-4A9965DBEC3A}"/>
              </a:ext>
            </a:extLst>
          </p:cNvPr>
          <p:cNvCxnSpPr>
            <a:stCxn id="266" idx="3"/>
            <a:endCxn id="266" idx="7"/>
          </p:cNvCxnSpPr>
          <p:nvPr/>
        </p:nvCxnSpPr>
        <p:spPr>
          <a:xfrm flipV="1">
            <a:off x="2138013" y="1748828"/>
            <a:ext cx="131335" cy="13133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9" name="Ellipse 268">
            <a:extLst>
              <a:ext uri="{FF2B5EF4-FFF2-40B4-BE49-F238E27FC236}">
                <a16:creationId xmlns:a16="http://schemas.microsoft.com/office/drawing/2014/main" id="{E86433CB-78DE-B357-B187-9BF8241F75F0}"/>
              </a:ext>
            </a:extLst>
          </p:cNvPr>
          <p:cNvSpPr/>
          <p:nvPr/>
        </p:nvSpPr>
        <p:spPr>
          <a:xfrm>
            <a:off x="2113208" y="1298759"/>
            <a:ext cx="185737" cy="18573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270" name="Gerader Verbinder 269">
            <a:extLst>
              <a:ext uri="{FF2B5EF4-FFF2-40B4-BE49-F238E27FC236}">
                <a16:creationId xmlns:a16="http://schemas.microsoft.com/office/drawing/2014/main" id="{D4368F37-E827-5F58-0CA4-971821306A4C}"/>
              </a:ext>
            </a:extLst>
          </p:cNvPr>
          <p:cNvCxnSpPr>
            <a:stCxn id="269" idx="1"/>
            <a:endCxn id="269" idx="5"/>
          </p:cNvCxnSpPr>
          <p:nvPr/>
        </p:nvCxnSpPr>
        <p:spPr>
          <a:xfrm>
            <a:off x="2140409" y="1325960"/>
            <a:ext cx="131335" cy="13133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1" name="Gerader Verbinder 270">
            <a:extLst>
              <a:ext uri="{FF2B5EF4-FFF2-40B4-BE49-F238E27FC236}">
                <a16:creationId xmlns:a16="http://schemas.microsoft.com/office/drawing/2014/main" id="{7B9DAA95-A346-19C1-8D66-3EEBCB44217E}"/>
              </a:ext>
            </a:extLst>
          </p:cNvPr>
          <p:cNvCxnSpPr>
            <a:stCxn id="269" idx="3"/>
            <a:endCxn id="269" idx="7"/>
          </p:cNvCxnSpPr>
          <p:nvPr/>
        </p:nvCxnSpPr>
        <p:spPr>
          <a:xfrm flipV="1">
            <a:off x="2140409" y="1325960"/>
            <a:ext cx="131335" cy="13133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Bogen 1">
            <a:extLst>
              <a:ext uri="{FF2B5EF4-FFF2-40B4-BE49-F238E27FC236}">
                <a16:creationId xmlns:a16="http://schemas.microsoft.com/office/drawing/2014/main" id="{5F6E2A97-E1B9-484C-9104-F014AE25AA7E}"/>
              </a:ext>
            </a:extLst>
          </p:cNvPr>
          <p:cNvSpPr/>
          <p:nvPr/>
        </p:nvSpPr>
        <p:spPr>
          <a:xfrm rot="16200000">
            <a:off x="4417149" y="3154328"/>
            <a:ext cx="92450" cy="92450"/>
          </a:xfrm>
          <a:prstGeom prst="arc">
            <a:avLst>
              <a:gd name="adj1" fmla="val 16200000"/>
              <a:gd name="adj2" fmla="val 5452349"/>
            </a:avLst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7" name="Rechteck 76">
            <a:extLst>
              <a:ext uri="{FF2B5EF4-FFF2-40B4-BE49-F238E27FC236}">
                <a16:creationId xmlns:a16="http://schemas.microsoft.com/office/drawing/2014/main" id="{BF6B8E5D-5F56-9201-3BE7-8462B5AEE957}"/>
              </a:ext>
            </a:extLst>
          </p:cNvPr>
          <p:cNvSpPr/>
          <p:nvPr/>
        </p:nvSpPr>
        <p:spPr>
          <a:xfrm rot="5400000">
            <a:off x="3430699" y="3116763"/>
            <a:ext cx="45719" cy="176607"/>
          </a:xfrm>
          <a:prstGeom prst="rect">
            <a:avLst/>
          </a:prstGeom>
          <a:solidFill>
            <a:schemeClr val="bg1"/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8" name="Ellipse 77">
            <a:extLst>
              <a:ext uri="{FF2B5EF4-FFF2-40B4-BE49-F238E27FC236}">
                <a16:creationId xmlns:a16="http://schemas.microsoft.com/office/drawing/2014/main" id="{56A81FB3-CE15-F2F0-D6E8-F1426D330B2E}"/>
              </a:ext>
            </a:extLst>
          </p:cNvPr>
          <p:cNvSpPr/>
          <p:nvPr/>
        </p:nvSpPr>
        <p:spPr>
          <a:xfrm>
            <a:off x="4441365" y="3048072"/>
            <a:ext cx="45720" cy="4572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91" name="Gerader Verbinder 90">
            <a:extLst>
              <a:ext uri="{FF2B5EF4-FFF2-40B4-BE49-F238E27FC236}">
                <a16:creationId xmlns:a16="http://schemas.microsoft.com/office/drawing/2014/main" id="{917E99D9-9003-8DD7-5937-7FBB45D7D890}"/>
              </a:ext>
            </a:extLst>
          </p:cNvPr>
          <p:cNvCxnSpPr>
            <a:cxnSpLocks/>
            <a:stCxn id="78" idx="6"/>
          </p:cNvCxnSpPr>
          <p:nvPr/>
        </p:nvCxnSpPr>
        <p:spPr>
          <a:xfrm>
            <a:off x="4487085" y="3070932"/>
            <a:ext cx="642127" cy="154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4" name="Rechteck 93">
            <a:extLst>
              <a:ext uri="{FF2B5EF4-FFF2-40B4-BE49-F238E27FC236}">
                <a16:creationId xmlns:a16="http://schemas.microsoft.com/office/drawing/2014/main" id="{73CE5315-5382-FA70-0AF6-1A428C7EF9DD}"/>
              </a:ext>
            </a:extLst>
          </p:cNvPr>
          <p:cNvSpPr/>
          <p:nvPr/>
        </p:nvSpPr>
        <p:spPr>
          <a:xfrm rot="5400000">
            <a:off x="4786093" y="2980938"/>
            <a:ext cx="45719" cy="176607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106" name="Gerader Verbinder 105">
            <a:extLst>
              <a:ext uri="{FF2B5EF4-FFF2-40B4-BE49-F238E27FC236}">
                <a16:creationId xmlns:a16="http://schemas.microsoft.com/office/drawing/2014/main" id="{C02A2861-3958-7D78-068B-0ACB2334CE27}"/>
              </a:ext>
            </a:extLst>
          </p:cNvPr>
          <p:cNvCxnSpPr/>
          <p:nvPr/>
        </p:nvCxnSpPr>
        <p:spPr>
          <a:xfrm flipH="1">
            <a:off x="5129212" y="3202636"/>
            <a:ext cx="1484947" cy="0"/>
          </a:xfrm>
          <a:prstGeom prst="line">
            <a:avLst/>
          </a:prstGeom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170880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6671b55a-3223-49d8-bf50-54afc8516179}" enabled="1" method="Privileged" siteId="{d042bb72-ecf9-4e50-bc06-f7c2ec69548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89</Words>
  <Application>Microsoft Office PowerPoint</Application>
  <PresentationFormat>Breitbild</PresentationFormat>
  <Paragraphs>65</Paragraphs>
  <Slides>1</Slides>
  <Notes>1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Bernhard Helbich</dc:creator>
  <cp:lastModifiedBy>Bernhard Helbich</cp:lastModifiedBy>
  <cp:revision>4</cp:revision>
  <dcterms:created xsi:type="dcterms:W3CDTF">2026-02-27T09:42:51Z</dcterms:created>
  <dcterms:modified xsi:type="dcterms:W3CDTF">2026-03-13T13:05:56Z</dcterms:modified>
</cp:coreProperties>
</file>