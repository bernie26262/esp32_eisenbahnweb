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934C9-6019-4297-8AAC-ECC453D2E85C}" v="2" dt="2026-02-27T11:45:59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-1195" y="-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hard Helbich" userId="d4147562-4ded-4c3f-b87c-8876ac29e861" providerId="ADAL" clId="{163BB0D5-4811-43F6-818D-D11AAC87FE90}"/>
    <pc:docChg chg="custSel modSld">
      <pc:chgData name="Bernhard Helbich" userId="d4147562-4ded-4c3f-b87c-8876ac29e861" providerId="ADAL" clId="{163BB0D5-4811-43F6-818D-D11AAC87FE90}" dt="2026-02-27T12:00:33.330" v="134" actId="1076"/>
      <pc:docMkLst>
        <pc:docMk/>
      </pc:docMkLst>
      <pc:sldChg chg="addSp modSp mod">
        <pc:chgData name="Bernhard Helbich" userId="d4147562-4ded-4c3f-b87c-8876ac29e861" providerId="ADAL" clId="{163BB0D5-4811-43F6-818D-D11AAC87FE90}" dt="2026-02-27T12:00:33.330" v="134" actId="1076"/>
        <pc:sldMkLst>
          <pc:docMk/>
          <pc:sldMk cId="4117088063" sldId="256"/>
        </pc:sldMkLst>
        <pc:spChg chg="mod">
          <ac:chgData name="Bernhard Helbich" userId="d4147562-4ded-4c3f-b87c-8876ac29e861" providerId="ADAL" clId="{163BB0D5-4811-43F6-818D-D11AAC87FE90}" dt="2026-02-27T11:45:42.112" v="10" actId="164"/>
          <ac:spMkLst>
            <pc:docMk/>
            <pc:sldMk cId="4117088063" sldId="256"/>
            <ac:spMk id="24" creationId="{8E6173E0-27E7-5E66-5CFD-FF1C67E2D1DE}"/>
          </ac:spMkLst>
        </pc:spChg>
        <pc:spChg chg="mod">
          <ac:chgData name="Bernhard Helbich" userId="d4147562-4ded-4c3f-b87c-8876ac29e861" providerId="ADAL" clId="{163BB0D5-4811-43F6-818D-D11AAC87FE90}" dt="2026-02-27T10:59:48.453" v="0" actId="208"/>
          <ac:spMkLst>
            <pc:docMk/>
            <pc:sldMk cId="4117088063" sldId="256"/>
            <ac:spMk id="35" creationId="{6334D8F1-19D5-2B8A-6619-FDB303B7BF61}"/>
          </ac:spMkLst>
        </pc:spChg>
        <pc:spChg chg="mod">
          <ac:chgData name="Bernhard Helbich" userId="d4147562-4ded-4c3f-b87c-8876ac29e861" providerId="ADAL" clId="{163BB0D5-4811-43F6-818D-D11AAC87FE90}" dt="2026-02-27T10:59:48.453" v="0" actId="208"/>
          <ac:spMkLst>
            <pc:docMk/>
            <pc:sldMk cId="4117088063" sldId="256"/>
            <ac:spMk id="45" creationId="{69176EC9-CB0E-410A-3E57-69D2008E93B9}"/>
          </ac:spMkLst>
        </pc:spChg>
        <pc:spChg chg="mod">
          <ac:chgData name="Bernhard Helbich" userId="d4147562-4ded-4c3f-b87c-8876ac29e861" providerId="ADAL" clId="{163BB0D5-4811-43F6-818D-D11AAC87FE90}" dt="2026-02-27T11:45:59.100" v="13" actId="164"/>
          <ac:spMkLst>
            <pc:docMk/>
            <pc:sldMk cId="4117088063" sldId="256"/>
            <ac:spMk id="54" creationId="{1AB6BE6B-3B2B-251E-117A-767E54F26866}"/>
          </ac:spMkLst>
        </pc:spChg>
        <pc:spChg chg="mod">
          <ac:chgData name="Bernhard Helbich" userId="d4147562-4ded-4c3f-b87c-8876ac29e861" providerId="ADAL" clId="{163BB0D5-4811-43F6-818D-D11AAC87FE90}" dt="2026-02-27T10:59:48.453" v="0" actId="208"/>
          <ac:spMkLst>
            <pc:docMk/>
            <pc:sldMk cId="4117088063" sldId="256"/>
            <ac:spMk id="102" creationId="{D0E8E3C6-5729-FBDF-3201-57E819E43530}"/>
          </ac:spMkLst>
        </pc:spChg>
        <pc:spChg chg="mod">
          <ac:chgData name="Bernhard Helbich" userId="d4147562-4ded-4c3f-b87c-8876ac29e861" providerId="ADAL" clId="{163BB0D5-4811-43F6-818D-D11AAC87FE90}" dt="2026-02-27T11:00:36.286" v="2" actId="2085"/>
          <ac:spMkLst>
            <pc:docMk/>
            <pc:sldMk cId="4117088063" sldId="256"/>
            <ac:spMk id="120" creationId="{F00A2FC4-D55B-DFB2-50C5-9E82470F29E9}"/>
          </ac:spMkLst>
        </pc:spChg>
        <pc:spChg chg="mod">
          <ac:chgData name="Bernhard Helbich" userId="d4147562-4ded-4c3f-b87c-8876ac29e861" providerId="ADAL" clId="{163BB0D5-4811-43F6-818D-D11AAC87FE90}" dt="2026-02-27T11:00:36.286" v="2" actId="2085"/>
          <ac:spMkLst>
            <pc:docMk/>
            <pc:sldMk cId="4117088063" sldId="256"/>
            <ac:spMk id="121" creationId="{81AE7F07-DB40-1042-5E88-6C9DBC8781F4}"/>
          </ac:spMkLst>
        </pc:spChg>
        <pc:spChg chg="mod">
          <ac:chgData name="Bernhard Helbich" userId="d4147562-4ded-4c3f-b87c-8876ac29e861" providerId="ADAL" clId="{163BB0D5-4811-43F6-818D-D11AAC87FE90}" dt="2026-02-27T10:59:48.453" v="0" actId="208"/>
          <ac:spMkLst>
            <pc:docMk/>
            <pc:sldMk cId="4117088063" sldId="256"/>
            <ac:spMk id="122" creationId="{3BEAFFF0-2115-C55B-3F29-2024776DD06F}"/>
          </ac:spMkLst>
        </pc:spChg>
        <pc:spChg chg="mod">
          <ac:chgData name="Bernhard Helbich" userId="d4147562-4ded-4c3f-b87c-8876ac29e861" providerId="ADAL" clId="{163BB0D5-4811-43F6-818D-D11AAC87FE90}" dt="2026-02-27T11:03:12.254" v="7" actId="1076"/>
          <ac:spMkLst>
            <pc:docMk/>
            <pc:sldMk cId="4117088063" sldId="256"/>
            <ac:spMk id="124" creationId="{84CAA634-D3B4-81C2-3ABC-608FD1532E24}"/>
          </ac:spMkLst>
        </pc:spChg>
        <pc:spChg chg="mod">
          <ac:chgData name="Bernhard Helbich" userId="d4147562-4ded-4c3f-b87c-8876ac29e861" providerId="ADAL" clId="{163BB0D5-4811-43F6-818D-D11AAC87FE90}" dt="2026-02-27T12:00:33.330" v="134" actId="1076"/>
          <ac:spMkLst>
            <pc:docMk/>
            <pc:sldMk cId="4117088063" sldId="256"/>
            <ac:spMk id="137" creationId="{ECDA99EE-B404-CC4E-3694-9E6B22066C98}"/>
          </ac:spMkLst>
        </pc:spChg>
        <pc:spChg chg="mod">
          <ac:chgData name="Bernhard Helbich" userId="d4147562-4ded-4c3f-b87c-8876ac29e861" providerId="ADAL" clId="{163BB0D5-4811-43F6-818D-D11AAC87FE90}" dt="2026-02-27T12:00:29.704" v="133" actId="1076"/>
          <ac:spMkLst>
            <pc:docMk/>
            <pc:sldMk cId="4117088063" sldId="256"/>
            <ac:spMk id="138" creationId="{1875A98C-4093-9B31-5E6F-995658A06556}"/>
          </ac:spMkLst>
        </pc:spChg>
        <pc:spChg chg="mod">
          <ac:chgData name="Bernhard Helbich" userId="d4147562-4ded-4c3f-b87c-8876ac29e861" providerId="ADAL" clId="{163BB0D5-4811-43F6-818D-D11AAC87FE90}" dt="2026-02-27T11:00:36.286" v="2" actId="2085"/>
          <ac:spMkLst>
            <pc:docMk/>
            <pc:sldMk cId="4117088063" sldId="256"/>
            <ac:spMk id="140" creationId="{1ED8589E-46F6-2648-E7CA-35ADC4CE25F4}"/>
          </ac:spMkLst>
        </pc:spChg>
        <pc:spChg chg="mod">
          <ac:chgData name="Bernhard Helbich" userId="d4147562-4ded-4c3f-b87c-8876ac29e861" providerId="ADAL" clId="{163BB0D5-4811-43F6-818D-D11AAC87FE90}" dt="2026-02-27T12:00:08.577" v="106" actId="313"/>
          <ac:spMkLst>
            <pc:docMk/>
            <pc:sldMk cId="4117088063" sldId="256"/>
            <ac:spMk id="141" creationId="{CA50886B-47D9-D5FC-2F81-83672961BFA2}"/>
          </ac:spMkLst>
        </pc:spChg>
        <pc:spChg chg="mod">
          <ac:chgData name="Bernhard Helbich" userId="d4147562-4ded-4c3f-b87c-8876ac29e861" providerId="ADAL" clId="{163BB0D5-4811-43F6-818D-D11AAC87FE90}" dt="2026-02-27T11:00:36.286" v="2" actId="2085"/>
          <ac:spMkLst>
            <pc:docMk/>
            <pc:sldMk cId="4117088063" sldId="256"/>
            <ac:spMk id="142" creationId="{A1A8DC8B-E197-A543-8179-4C8F78CE4486}"/>
          </ac:spMkLst>
        </pc:spChg>
        <pc:spChg chg="mod">
          <ac:chgData name="Bernhard Helbich" userId="d4147562-4ded-4c3f-b87c-8876ac29e861" providerId="ADAL" clId="{163BB0D5-4811-43F6-818D-D11AAC87FE90}" dt="2026-02-27T12:00:23.111" v="132" actId="1037"/>
          <ac:spMkLst>
            <pc:docMk/>
            <pc:sldMk cId="4117088063" sldId="256"/>
            <ac:spMk id="144" creationId="{CB79CA44-6A1F-C530-69E3-15EA428A07DB}"/>
          </ac:spMkLst>
        </pc:spChg>
        <pc:spChg chg="mod">
          <ac:chgData name="Bernhard Helbich" userId="d4147562-4ded-4c3f-b87c-8876ac29e861" providerId="ADAL" clId="{163BB0D5-4811-43F6-818D-D11AAC87FE90}" dt="2026-02-27T11:57:46.504" v="42" actId="1037"/>
          <ac:spMkLst>
            <pc:docMk/>
            <pc:sldMk cId="4117088063" sldId="256"/>
            <ac:spMk id="145" creationId="{E6C4F092-F407-1E4F-8344-6E20CBE67D20}"/>
          </ac:spMkLst>
        </pc:spChg>
        <pc:spChg chg="mod">
          <ac:chgData name="Bernhard Helbich" userId="d4147562-4ded-4c3f-b87c-8876ac29e861" providerId="ADAL" clId="{163BB0D5-4811-43F6-818D-D11AAC87FE90}" dt="2026-02-27T11:58:05.656" v="82" actId="1037"/>
          <ac:spMkLst>
            <pc:docMk/>
            <pc:sldMk cId="4117088063" sldId="256"/>
            <ac:spMk id="146" creationId="{1DB7CB9C-4207-FCED-C5FF-69F08051FC42}"/>
          </ac:spMkLst>
        </pc:spChg>
        <pc:spChg chg="mod">
          <ac:chgData name="Bernhard Helbich" userId="d4147562-4ded-4c3f-b87c-8876ac29e861" providerId="ADAL" clId="{163BB0D5-4811-43F6-818D-D11AAC87FE90}" dt="2026-02-27T11:00:36.286" v="2" actId="2085"/>
          <ac:spMkLst>
            <pc:docMk/>
            <pc:sldMk cId="4117088063" sldId="256"/>
            <ac:spMk id="151" creationId="{9538BC3E-4EB1-6B33-6043-14B29A3420FF}"/>
          </ac:spMkLst>
        </pc:spChg>
        <pc:spChg chg="mod">
          <ac:chgData name="Bernhard Helbich" userId="d4147562-4ded-4c3f-b87c-8876ac29e861" providerId="ADAL" clId="{163BB0D5-4811-43F6-818D-D11AAC87FE90}" dt="2026-02-27T11:00:36.286" v="2" actId="2085"/>
          <ac:spMkLst>
            <pc:docMk/>
            <pc:sldMk cId="4117088063" sldId="256"/>
            <ac:spMk id="154" creationId="{68A578EE-A5B4-19F8-06EC-790B2C6E1316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167" creationId="{27ADA714-D3D4-E0CB-D0FD-AB9FEC393387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168" creationId="{2DDA2237-64DB-97EA-067F-9804CDAE86AE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169" creationId="{7E6E3AF5-4FA6-4002-F696-7826AFAF6774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193" creationId="{088DEDB7-103D-9F7D-8860-89FF596DEB25}"/>
          </ac:spMkLst>
        </pc:spChg>
        <pc:spChg chg="mod">
          <ac:chgData name="Bernhard Helbich" userId="d4147562-4ded-4c3f-b87c-8876ac29e861" providerId="ADAL" clId="{163BB0D5-4811-43F6-818D-D11AAC87FE90}" dt="2026-02-27T11:58:32.302" v="84" actId="313"/>
          <ac:spMkLst>
            <pc:docMk/>
            <pc:sldMk cId="4117088063" sldId="256"/>
            <ac:spMk id="194" creationId="{43216648-6CE1-5F3D-5EE3-FD8ACB4ACD2E}"/>
          </ac:spMkLst>
        </pc:spChg>
        <pc:spChg chg="mod">
          <ac:chgData name="Bernhard Helbich" userId="d4147562-4ded-4c3f-b87c-8876ac29e861" providerId="ADAL" clId="{163BB0D5-4811-43F6-818D-D11AAC87FE90}" dt="2026-02-27T11:58:35.894" v="86" actId="313"/>
          <ac:spMkLst>
            <pc:docMk/>
            <pc:sldMk cId="4117088063" sldId="256"/>
            <ac:spMk id="195" creationId="{2D23EF05-21C5-9351-4C0B-A15558DB5689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222" creationId="{EC3E68A3-F656-2114-EC2C-4FBD641A007A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223" creationId="{7D0B8E63-F1BE-AC66-17EF-912E33ABC8BE}"/>
          </ac:spMkLst>
        </pc:spChg>
        <pc:spChg chg="mod">
          <ac:chgData name="Bernhard Helbich" userId="d4147562-4ded-4c3f-b87c-8876ac29e861" providerId="ADAL" clId="{163BB0D5-4811-43F6-818D-D11AAC87FE90}" dt="2026-02-27T11:00:07.414" v="1" actId="2085"/>
          <ac:spMkLst>
            <pc:docMk/>
            <pc:sldMk cId="4117088063" sldId="256"/>
            <ac:spMk id="224" creationId="{2239A6D1-5CD7-C7B0-1488-66150DFF16A9}"/>
          </ac:spMkLst>
        </pc:spChg>
        <pc:spChg chg="mod">
          <ac:chgData name="Bernhard Helbich" userId="d4147562-4ded-4c3f-b87c-8876ac29e861" providerId="ADAL" clId="{163BB0D5-4811-43F6-818D-D11AAC87FE90}" dt="2026-02-27T10:59:48.453" v="0" actId="208"/>
          <ac:spMkLst>
            <pc:docMk/>
            <pc:sldMk cId="4117088063" sldId="256"/>
            <ac:spMk id="248" creationId="{46C3EB74-B724-B956-0C3D-FFEBA50AEE7C}"/>
          </ac:spMkLst>
        </pc:spChg>
        <pc:spChg chg="mod">
          <ac:chgData name="Bernhard Helbich" userId="d4147562-4ded-4c3f-b87c-8876ac29e861" providerId="ADAL" clId="{163BB0D5-4811-43F6-818D-D11AAC87FE90}" dt="2026-02-27T10:59:48.453" v="0" actId="208"/>
          <ac:spMkLst>
            <pc:docMk/>
            <pc:sldMk cId="4117088063" sldId="256"/>
            <ac:spMk id="251" creationId="{4CFA5E68-DE6A-D285-24B5-1DDE8082C5B4}"/>
          </ac:spMkLst>
        </pc:spChg>
        <pc:grpChg chg="add mod">
          <ac:chgData name="Bernhard Helbich" userId="d4147562-4ded-4c3f-b87c-8876ac29e861" providerId="ADAL" clId="{163BB0D5-4811-43F6-818D-D11AAC87FE90}" dt="2026-02-27T11:45:45.322" v="11" actId="688"/>
          <ac:grpSpMkLst>
            <pc:docMk/>
            <pc:sldMk cId="4117088063" sldId="256"/>
            <ac:grpSpMk id="3" creationId="{AC160EC3-2798-2690-815B-C2D5B5AF88B3}"/>
          </ac:grpSpMkLst>
        </pc:grpChg>
        <pc:grpChg chg="add mod">
          <ac:chgData name="Bernhard Helbich" userId="d4147562-4ded-4c3f-b87c-8876ac29e861" providerId="ADAL" clId="{163BB0D5-4811-43F6-818D-D11AAC87FE90}" dt="2026-02-27T11:46:01.813" v="14" actId="688"/>
          <ac:grpSpMkLst>
            <pc:docMk/>
            <pc:sldMk cId="4117088063" sldId="256"/>
            <ac:grpSpMk id="5" creationId="{4EE98320-A167-AC0D-4ABA-1B02E2C06D02}"/>
          </ac:grpSpMkLst>
        </pc:grpChg>
        <pc:grpChg chg="mod">
          <ac:chgData name="Bernhard Helbich" userId="d4147562-4ded-4c3f-b87c-8876ac29e861" providerId="ADAL" clId="{163BB0D5-4811-43F6-818D-D11AAC87FE90}" dt="2026-02-27T11:45:15.758" v="8" actId="688"/>
          <ac:grpSpMkLst>
            <pc:docMk/>
            <pc:sldMk cId="4117088063" sldId="256"/>
            <ac:grpSpMk id="60" creationId="{169974C9-9E38-A475-A63D-104CD2D1A81E}"/>
          </ac:grpSpMkLst>
        </pc:grpChg>
        <pc:grpChg chg="mod">
          <ac:chgData name="Bernhard Helbich" userId="d4147562-4ded-4c3f-b87c-8876ac29e861" providerId="ADAL" clId="{163BB0D5-4811-43F6-818D-D11AAC87FE90}" dt="2026-02-27T11:46:11.251" v="16" actId="688"/>
          <ac:grpSpMkLst>
            <pc:docMk/>
            <pc:sldMk cId="4117088063" sldId="256"/>
            <ac:grpSpMk id="62" creationId="{B6672CB2-E6E9-EF94-CD09-F5BCC9C72529}"/>
          </ac:grpSpMkLst>
        </pc:grpChg>
        <pc:cxnChg chg="mod">
          <ac:chgData name="Bernhard Helbich" userId="d4147562-4ded-4c3f-b87c-8876ac29e861" providerId="ADAL" clId="{163BB0D5-4811-43F6-818D-D11AAC87FE90}" dt="2026-02-27T11:45:42.112" v="10" actId="164"/>
          <ac:cxnSpMkLst>
            <pc:docMk/>
            <pc:sldMk cId="4117088063" sldId="256"/>
            <ac:cxnSpMk id="25" creationId="{CC8C067B-7025-03DB-3752-F1FF8658F972}"/>
          </ac:cxnSpMkLst>
        </pc:cxnChg>
        <pc:cxnChg chg="mod">
          <ac:chgData name="Bernhard Helbich" userId="d4147562-4ded-4c3f-b87c-8876ac29e861" providerId="ADAL" clId="{163BB0D5-4811-43F6-818D-D11AAC87FE90}" dt="2026-02-27T11:45:48.109" v="12" actId="14100"/>
          <ac:cxnSpMkLst>
            <pc:docMk/>
            <pc:sldMk cId="4117088063" sldId="256"/>
            <ac:cxnSpMk id="27" creationId="{060E718F-CBC2-6F6F-A2E8-95139C715E51}"/>
          </ac:cxnSpMkLst>
        </pc:cxnChg>
        <pc:cxnChg chg="mod">
          <ac:chgData name="Bernhard Helbich" userId="d4147562-4ded-4c3f-b87c-8876ac29e861" providerId="ADAL" clId="{163BB0D5-4811-43F6-818D-D11AAC87FE90}" dt="2026-02-27T11:45:21.312" v="9" actId="14100"/>
          <ac:cxnSpMkLst>
            <pc:docMk/>
            <pc:sldMk cId="4117088063" sldId="256"/>
            <ac:cxnSpMk id="33" creationId="{34F956F9-0492-FA58-442F-00AB6332E0B8}"/>
          </ac:cxnSpMkLst>
        </pc:cxnChg>
        <pc:cxnChg chg="mod">
          <ac:chgData name="Bernhard Helbich" userId="d4147562-4ded-4c3f-b87c-8876ac29e861" providerId="ADAL" clId="{163BB0D5-4811-43F6-818D-D11AAC87FE90}" dt="2026-02-27T11:57:02.345" v="22" actId="14100"/>
          <ac:cxnSpMkLst>
            <pc:docMk/>
            <pc:sldMk cId="4117088063" sldId="256"/>
            <ac:cxnSpMk id="47" creationId="{F11B92F6-A72C-2B69-914E-9D53212DE12C}"/>
          </ac:cxnSpMkLst>
        </pc:cxnChg>
        <pc:cxnChg chg="mod">
          <ac:chgData name="Bernhard Helbich" userId="d4147562-4ded-4c3f-b87c-8876ac29e861" providerId="ADAL" clId="{163BB0D5-4811-43F6-818D-D11AAC87FE90}" dt="2026-02-27T11:45:59.100" v="13" actId="164"/>
          <ac:cxnSpMkLst>
            <pc:docMk/>
            <pc:sldMk cId="4117088063" sldId="256"/>
            <ac:cxnSpMk id="55" creationId="{2678C66A-3BAF-9DCF-5443-5C264587D00D}"/>
          </ac:cxnSpMkLst>
        </pc:cxnChg>
        <pc:cxnChg chg="mod">
          <ac:chgData name="Bernhard Helbich" userId="d4147562-4ded-4c3f-b87c-8876ac29e861" providerId="ADAL" clId="{163BB0D5-4811-43F6-818D-D11AAC87FE90}" dt="2026-02-27T11:46:04.517" v="15" actId="14100"/>
          <ac:cxnSpMkLst>
            <pc:docMk/>
            <pc:sldMk cId="4117088063" sldId="256"/>
            <ac:cxnSpMk id="56" creationId="{6054BA77-F858-5829-6CC3-093C952AFF4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0F758-1A72-49F2-855A-AB9B973744E9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E0FF2-F548-4661-9757-281C5065C1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779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E0FF2-F548-4661-9757-281C5065C1E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20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EB296-58A5-C1EB-4B75-F0B30D5AE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D7786B-1002-E04F-0F82-1EE63416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5BA0B3-F01C-9D3B-CAF1-475B6574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2594A8-4966-A1A6-696F-4FFDEE95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47E129-1264-F890-7A8B-7FC0A250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23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93F9A-1676-C4C6-738B-62E7C581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C6C614-5B1C-2F27-3E43-A8235C084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64A9F0-4419-BA95-79B6-F9D7260E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9AAD49-C1E8-D6E9-DABE-E28FD14C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8EA32B-9C65-EE96-BDC0-81A3B6A3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09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6C215-5AAF-348C-7B75-028FDD80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98566F-47C7-8427-3212-D9A8E16A4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696381-6805-2F94-8862-6877DE32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2AA230-6597-4251-D4C7-AEB28ACC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3AB1D8-E4DA-A584-F1FA-B97B18BD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66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1A5C9-DEFA-1355-1195-10E5F213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C3B6B9-9C3E-5243-9C39-1E9117E56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83A0A5-5798-EDE8-F9C6-83D1812D2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4D80FE-7464-6F7C-2CFD-0D8A22B5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4B7658-3297-BE2E-BC26-A2BF6639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5C4ABE-A05F-BB4E-2C98-AC6252EB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344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A0D27-700D-2FAD-D80C-8463A085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F69F7B-25EE-D339-01E0-2FF5BA8B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3F8E47-CE29-2BCA-97BE-319C6BCE8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0D22CBB-0862-B7F8-C887-3E7FDAD5D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A82913-4C84-1071-C41C-E9211336C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4EADD0C-A9A1-6DB1-96F0-8296A378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CEC82F-C125-EBF4-E76C-F150B09C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C54E0D-1045-EC3B-3CBC-05D88505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62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DE77B-9FF8-BCA9-4B05-2A3856F5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B72AA1-CF90-3C16-F09D-45F21482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243A88-8BB9-F9A0-1A16-37BBA653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7B9BF3-E194-5EB5-72B6-6ABDC539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77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8EB875-6CDC-5740-FDD4-50A8A510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375F3F-0ADE-78AC-FDCE-9AF4E4F0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EF7A86-7047-7F34-8DE5-2C0DE940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20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735E23-A234-3F08-6C7E-415BF2BC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B80263-2DD8-E5D3-570A-8B2E444D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70ECFD-34DC-2752-7B40-82116ADAA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3284A1-4F11-60FE-11F3-11D449B4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C47C33-D699-47C3-3F05-729F4424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9E6E62-E0EF-883D-4AE9-CEFC682B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575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12FDC-EE01-46F4-31FD-98CC3019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05DD9C-DD30-17D4-AFF0-3E311FBAE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F8B112-E9CC-B98A-752D-9310B8850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3E752C-2C84-A7C7-F384-AEE8803B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F71B25-9FAF-64E5-E77A-827842C7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4077AD-F2DB-078C-5240-E1C459DD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37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14B63-9C10-DB9D-450C-82EC276F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3E8B95-0046-CE73-9322-6DD04E9A9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AF5B26-4B0F-3EDF-5E08-F71881D4F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BB6658-FC5A-B23A-B888-9ECE511B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9F1A9-A96A-EEE2-3857-9D4D53CE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537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88B4F1-5015-2795-9D0B-7B5EC83A5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10AFB3-7CEA-4A4B-61D6-5D674F3AC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0C51B3-B783-FF77-F9C9-04EB0DA0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DE58E8-20BA-6C5B-9D4E-481A0A5B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26D13-D3D5-F22A-C354-6AF81C15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83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0C05A8-673A-3CAB-190A-463E6D03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EC0AA7-A7AB-F220-E193-B6A82556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3E6988-B308-7F34-6097-8580CDF44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BBDB-AB0B-4DBC-AC26-B4C2FBA32E7F}" type="datetimeFigureOut">
              <a:rPr lang="de-DE" smtClean="0"/>
              <a:t>01.03.2026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9DB56-B40C-B70A-710B-921EDD186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462FB-A963-01C4-1667-42C9B9766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5B7AC-8DD7-413D-BC4A-BE7FF2AE5E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219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feld 150">
            <a:extLst>
              <a:ext uri="{FF2B5EF4-FFF2-40B4-BE49-F238E27FC236}">
                <a16:creationId xmlns:a16="http://schemas.microsoft.com/office/drawing/2014/main" id="{9538BC3E-4EB1-6B33-6043-14B29A3420FF}"/>
              </a:ext>
            </a:extLst>
          </p:cNvPr>
          <p:cNvSpPr txBox="1"/>
          <p:nvPr/>
        </p:nvSpPr>
        <p:spPr>
          <a:xfrm>
            <a:off x="5609350" y="2658964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bias2</a:t>
            </a:r>
          </a:p>
          <a:p>
            <a:r>
              <a:rPr lang="de-DE" sz="800" dirty="0"/>
              <a:t>100nF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5CB753B1-5439-C14D-5D16-4725934164BB}"/>
              </a:ext>
            </a:extLst>
          </p:cNvPr>
          <p:cNvSpPr txBox="1"/>
          <p:nvPr/>
        </p:nvSpPr>
        <p:spPr>
          <a:xfrm>
            <a:off x="5127118" y="2645306"/>
            <a:ext cx="4171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bias1</a:t>
            </a:r>
          </a:p>
          <a:p>
            <a:r>
              <a:rPr lang="de-DE" sz="800" dirty="0"/>
              <a:t>22µF</a:t>
            </a:r>
          </a:p>
          <a:p>
            <a:r>
              <a:rPr lang="de-DE" sz="800" dirty="0"/>
              <a:t>Elko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E75C1FA0-4BE2-B481-96AA-626CB53FB374}"/>
              </a:ext>
            </a:extLst>
          </p:cNvPr>
          <p:cNvSpPr txBox="1"/>
          <p:nvPr/>
        </p:nvSpPr>
        <p:spPr>
          <a:xfrm>
            <a:off x="6208688" y="2692814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b1</a:t>
            </a:r>
          </a:p>
          <a:p>
            <a:r>
              <a:rPr lang="de-DE" sz="800" dirty="0"/>
              <a:t>47k</a:t>
            </a: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B15A7EE0-5A81-A379-A220-15AA8C3F692E}"/>
              </a:ext>
            </a:extLst>
          </p:cNvPr>
          <p:cNvSpPr txBox="1"/>
          <p:nvPr/>
        </p:nvSpPr>
        <p:spPr>
          <a:xfrm>
            <a:off x="6632190" y="2692814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b2</a:t>
            </a:r>
          </a:p>
          <a:p>
            <a:r>
              <a:rPr lang="de-DE" sz="800" dirty="0"/>
              <a:t>47k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B6E6BC72-BE2E-39D7-0B53-2F943FE999B4}"/>
              </a:ext>
            </a:extLst>
          </p:cNvPr>
          <p:cNvSpPr txBox="1"/>
          <p:nvPr/>
        </p:nvSpPr>
        <p:spPr>
          <a:xfrm>
            <a:off x="4776487" y="1816873"/>
            <a:ext cx="54694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ADC‘‘</a:t>
            </a:r>
          </a:p>
          <a:p>
            <a:r>
              <a:rPr lang="de-DE" sz="800" dirty="0"/>
              <a:t>47nF</a:t>
            </a:r>
          </a:p>
          <a:p>
            <a:r>
              <a:rPr lang="de-DE" sz="800" dirty="0"/>
              <a:t>Keramik</a:t>
            </a: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68A578EE-A5B4-19F8-06EC-790B2C6E1316}"/>
              </a:ext>
            </a:extLst>
          </p:cNvPr>
          <p:cNvSpPr txBox="1"/>
          <p:nvPr/>
        </p:nvSpPr>
        <p:spPr>
          <a:xfrm>
            <a:off x="4106900" y="2301800"/>
            <a:ext cx="57259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Diode</a:t>
            </a:r>
            <a:endParaRPr lang="de-DE" sz="800" baseline="-25000" dirty="0"/>
          </a:p>
          <a:p>
            <a:r>
              <a:rPr lang="de-DE" sz="800" dirty="0"/>
              <a:t>Schottky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1E67DD23-E8E0-80BD-D6A4-C07340B3B1EB}"/>
              </a:ext>
            </a:extLst>
          </p:cNvPr>
          <p:cNvSpPr txBox="1"/>
          <p:nvPr/>
        </p:nvSpPr>
        <p:spPr>
          <a:xfrm>
            <a:off x="4418708" y="2683192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ser</a:t>
            </a:r>
            <a:endParaRPr lang="de-DE" sz="800" baseline="-25000" dirty="0"/>
          </a:p>
          <a:p>
            <a:r>
              <a:rPr lang="de-DE" sz="800" dirty="0"/>
              <a:t>10k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CBDB85D2-DA2A-C262-C182-931E870589E8}"/>
              </a:ext>
            </a:extLst>
          </p:cNvPr>
          <p:cNvSpPr txBox="1"/>
          <p:nvPr/>
        </p:nvSpPr>
        <p:spPr>
          <a:xfrm>
            <a:off x="4676425" y="2769119"/>
            <a:ext cx="3978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inj</a:t>
            </a:r>
            <a:endParaRPr lang="de-DE" sz="800" baseline="-25000" dirty="0"/>
          </a:p>
          <a:p>
            <a:r>
              <a:rPr lang="de-DE" sz="800" dirty="0"/>
              <a:t>100k</a:t>
            </a:r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13FD1EC-7AE9-87B2-FB02-2CD78B3158C1}"/>
              </a:ext>
            </a:extLst>
          </p:cNvPr>
          <p:cNvCxnSpPr>
            <a:cxnSpLocks/>
          </p:cNvCxnSpPr>
          <p:nvPr/>
        </p:nvCxnSpPr>
        <p:spPr>
          <a:xfrm>
            <a:off x="4464685" y="3516789"/>
            <a:ext cx="0" cy="2670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feld 166">
            <a:extLst>
              <a:ext uri="{FF2B5EF4-FFF2-40B4-BE49-F238E27FC236}">
                <a16:creationId xmlns:a16="http://schemas.microsoft.com/office/drawing/2014/main" id="{27ADA714-D3D4-E0CB-D0FD-AB9FEC393387}"/>
              </a:ext>
            </a:extLst>
          </p:cNvPr>
          <p:cNvSpPr txBox="1"/>
          <p:nvPr/>
        </p:nvSpPr>
        <p:spPr>
          <a:xfrm>
            <a:off x="2389900" y="3812274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div</a:t>
            </a:r>
            <a:r>
              <a:rPr lang="de-DE" sz="800" baseline="-25000" dirty="0"/>
              <a:t>‘</a:t>
            </a:r>
          </a:p>
          <a:p>
            <a:r>
              <a:rPr lang="de-DE" sz="800" dirty="0"/>
              <a:t>2,2nF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sp>
        <p:nvSpPr>
          <p:cNvPr id="168" name="Textfeld 167">
            <a:extLst>
              <a:ext uri="{FF2B5EF4-FFF2-40B4-BE49-F238E27FC236}">
                <a16:creationId xmlns:a16="http://schemas.microsoft.com/office/drawing/2014/main" id="{2DDA2237-64DB-97EA-067F-9804CDAE86AE}"/>
              </a:ext>
            </a:extLst>
          </p:cNvPr>
          <p:cNvSpPr txBox="1"/>
          <p:nvPr/>
        </p:nvSpPr>
        <p:spPr>
          <a:xfrm>
            <a:off x="2809150" y="3869574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2‘</a:t>
            </a:r>
          </a:p>
          <a:p>
            <a:r>
              <a:rPr lang="de-DE" sz="800" dirty="0"/>
              <a:t>10k</a:t>
            </a:r>
          </a:p>
        </p:txBody>
      </p:sp>
      <p:sp>
        <p:nvSpPr>
          <p:cNvPr id="193" name="Textfeld 192">
            <a:extLst>
              <a:ext uri="{FF2B5EF4-FFF2-40B4-BE49-F238E27FC236}">
                <a16:creationId xmlns:a16="http://schemas.microsoft.com/office/drawing/2014/main" id="{088DEDB7-103D-9F7D-8860-89FF596DEB25}"/>
              </a:ext>
            </a:extLst>
          </p:cNvPr>
          <p:cNvSpPr txBox="1"/>
          <p:nvPr/>
        </p:nvSpPr>
        <p:spPr>
          <a:xfrm>
            <a:off x="3996670" y="3818157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div</a:t>
            </a:r>
            <a:r>
              <a:rPr lang="de-DE" sz="800" baseline="-25000" dirty="0"/>
              <a:t>‘‘</a:t>
            </a:r>
          </a:p>
          <a:p>
            <a:r>
              <a:rPr lang="de-DE" sz="800" dirty="0"/>
              <a:t>2,2nF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43216648-6CE1-5F3D-5EE3-FD8ACB4ACD2E}"/>
              </a:ext>
            </a:extLst>
          </p:cNvPr>
          <p:cNvSpPr txBox="1"/>
          <p:nvPr/>
        </p:nvSpPr>
        <p:spPr>
          <a:xfrm>
            <a:off x="4456308" y="3852007"/>
            <a:ext cx="3433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2‘‘</a:t>
            </a:r>
          </a:p>
          <a:p>
            <a:r>
              <a:rPr lang="de-DE" sz="800" dirty="0"/>
              <a:t>10k</a:t>
            </a:r>
          </a:p>
        </p:txBody>
      </p:sp>
      <p:sp>
        <p:nvSpPr>
          <p:cNvPr id="195" name="Textfeld 194">
            <a:extLst>
              <a:ext uri="{FF2B5EF4-FFF2-40B4-BE49-F238E27FC236}">
                <a16:creationId xmlns:a16="http://schemas.microsoft.com/office/drawing/2014/main" id="{2D23EF05-21C5-9351-4C0B-A15558DB5689}"/>
              </a:ext>
            </a:extLst>
          </p:cNvPr>
          <p:cNvSpPr txBox="1"/>
          <p:nvPr/>
        </p:nvSpPr>
        <p:spPr>
          <a:xfrm>
            <a:off x="5019510" y="3852007"/>
            <a:ext cx="3978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1‘‘</a:t>
            </a:r>
          </a:p>
          <a:p>
            <a:r>
              <a:rPr lang="de-DE" sz="800" dirty="0"/>
              <a:t>180k</a:t>
            </a:r>
          </a:p>
        </p:txBody>
      </p: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58CCCB31-5A27-666D-5B9E-065040306F05}"/>
              </a:ext>
            </a:extLst>
          </p:cNvPr>
          <p:cNvCxnSpPr>
            <a:cxnSpLocks/>
          </p:cNvCxnSpPr>
          <p:nvPr/>
        </p:nvCxnSpPr>
        <p:spPr>
          <a:xfrm>
            <a:off x="3394709" y="3767138"/>
            <a:ext cx="0" cy="16872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feld 168">
            <a:extLst>
              <a:ext uri="{FF2B5EF4-FFF2-40B4-BE49-F238E27FC236}">
                <a16:creationId xmlns:a16="http://schemas.microsoft.com/office/drawing/2014/main" id="{7E6E3AF5-4FA6-4002-F696-7826AFAF6774}"/>
              </a:ext>
            </a:extLst>
          </p:cNvPr>
          <p:cNvSpPr txBox="1"/>
          <p:nvPr/>
        </p:nvSpPr>
        <p:spPr>
          <a:xfrm>
            <a:off x="3360352" y="3860410"/>
            <a:ext cx="3978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R</a:t>
            </a:r>
            <a:r>
              <a:rPr lang="de-DE" sz="800" baseline="-25000" dirty="0"/>
              <a:t>1‘</a:t>
            </a:r>
          </a:p>
          <a:p>
            <a:r>
              <a:rPr lang="de-DE" sz="800" dirty="0"/>
              <a:t>180k</a:t>
            </a:r>
          </a:p>
        </p:txBody>
      </p:sp>
      <p:cxnSp>
        <p:nvCxnSpPr>
          <p:cNvPr id="173" name="Gerader Verbinder 172">
            <a:extLst>
              <a:ext uri="{FF2B5EF4-FFF2-40B4-BE49-F238E27FC236}">
                <a16:creationId xmlns:a16="http://schemas.microsoft.com/office/drawing/2014/main" id="{A34D3F2C-3582-46B3-21E5-0E037D4DD121}"/>
              </a:ext>
            </a:extLst>
          </p:cNvPr>
          <p:cNvCxnSpPr>
            <a:cxnSpLocks/>
          </p:cNvCxnSpPr>
          <p:nvPr/>
        </p:nvCxnSpPr>
        <p:spPr>
          <a:xfrm>
            <a:off x="2412874" y="3770326"/>
            <a:ext cx="98262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feld 151">
            <a:extLst>
              <a:ext uri="{FF2B5EF4-FFF2-40B4-BE49-F238E27FC236}">
                <a16:creationId xmlns:a16="http://schemas.microsoft.com/office/drawing/2014/main" id="{D8A863AD-EE90-7111-B615-42A807169466}"/>
              </a:ext>
            </a:extLst>
          </p:cNvPr>
          <p:cNvSpPr txBox="1"/>
          <p:nvPr/>
        </p:nvSpPr>
        <p:spPr>
          <a:xfrm>
            <a:off x="4443109" y="1814496"/>
            <a:ext cx="54694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r>
              <a:rPr lang="de-DE" sz="800" baseline="-25000" dirty="0"/>
              <a:t>ADC‘</a:t>
            </a:r>
          </a:p>
          <a:p>
            <a:r>
              <a:rPr lang="de-DE" sz="800" dirty="0"/>
              <a:t>47nF</a:t>
            </a:r>
          </a:p>
          <a:p>
            <a:r>
              <a:rPr lang="de-DE" sz="800" dirty="0"/>
              <a:t>Keramik</a:t>
            </a: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1DB7CB9C-4207-FCED-C5FF-69F08051FC42}"/>
              </a:ext>
            </a:extLst>
          </p:cNvPr>
          <p:cNvSpPr txBox="1"/>
          <p:nvPr/>
        </p:nvSpPr>
        <p:spPr>
          <a:xfrm>
            <a:off x="2980832" y="1381579"/>
            <a:ext cx="8130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endParaRPr lang="de-DE" sz="800" baseline="-25000" dirty="0"/>
          </a:p>
          <a:p>
            <a:r>
              <a:rPr lang="de-DE" sz="800" dirty="0"/>
              <a:t>10µF</a:t>
            </a:r>
          </a:p>
          <a:p>
            <a:r>
              <a:rPr lang="de-DE" sz="800" dirty="0"/>
              <a:t>Elko oder Film</a:t>
            </a:r>
          </a:p>
        </p:txBody>
      </p: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89F0AC55-11CF-3892-A5A5-56AF1B8EA157}"/>
              </a:ext>
            </a:extLst>
          </p:cNvPr>
          <p:cNvCxnSpPr>
            <a:cxnSpLocks/>
          </p:cNvCxnSpPr>
          <p:nvPr/>
        </p:nvCxnSpPr>
        <p:spPr>
          <a:xfrm>
            <a:off x="2855648" y="3493672"/>
            <a:ext cx="2242" cy="2708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AAD1A8B2-B55A-E2BC-2261-A801D2A6C71D}"/>
              </a:ext>
            </a:extLst>
          </p:cNvPr>
          <p:cNvCxnSpPr>
            <a:cxnSpLocks/>
            <a:stCxn id="112" idx="2"/>
          </p:cNvCxnSpPr>
          <p:nvPr/>
        </p:nvCxnSpPr>
        <p:spPr>
          <a:xfrm>
            <a:off x="2857501" y="2969228"/>
            <a:ext cx="458" cy="41942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B9DF4AB-B8F1-DB3C-44DA-07C498902394}"/>
              </a:ext>
            </a:extLst>
          </p:cNvPr>
          <p:cNvCxnSpPr>
            <a:cxnSpLocks/>
          </p:cNvCxnSpPr>
          <p:nvPr/>
        </p:nvCxnSpPr>
        <p:spPr>
          <a:xfrm flipH="1">
            <a:off x="2855648" y="3205067"/>
            <a:ext cx="155023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F74A5245-1101-08E7-A213-9294B765A944}"/>
              </a:ext>
            </a:extLst>
          </p:cNvPr>
          <p:cNvSpPr txBox="1"/>
          <p:nvPr/>
        </p:nvSpPr>
        <p:spPr>
          <a:xfrm>
            <a:off x="3267122" y="2890991"/>
            <a:ext cx="3978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inj</a:t>
            </a:r>
            <a:endParaRPr lang="de-DE" sz="800" baseline="-25000" dirty="0"/>
          </a:p>
          <a:p>
            <a:r>
              <a:rPr lang="de-DE" sz="800" dirty="0"/>
              <a:t>100k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1ED8589E-46F6-2648-E7CA-35ADC4CE25F4}"/>
              </a:ext>
            </a:extLst>
          </p:cNvPr>
          <p:cNvSpPr txBox="1"/>
          <p:nvPr/>
        </p:nvSpPr>
        <p:spPr>
          <a:xfrm>
            <a:off x="2818321" y="2716248"/>
            <a:ext cx="35458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R</a:t>
            </a:r>
            <a:r>
              <a:rPr lang="de-DE" sz="800" baseline="-25000" dirty="0" err="1"/>
              <a:t>ser</a:t>
            </a:r>
            <a:endParaRPr lang="de-DE" sz="800" baseline="-25000" dirty="0"/>
          </a:p>
          <a:p>
            <a:r>
              <a:rPr lang="de-DE" sz="800" dirty="0"/>
              <a:t>10k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ECDA99EE-B404-CC4E-3694-9E6B22066C98}"/>
              </a:ext>
            </a:extLst>
          </p:cNvPr>
          <p:cNvSpPr txBox="1"/>
          <p:nvPr/>
        </p:nvSpPr>
        <p:spPr>
          <a:xfrm>
            <a:off x="2641157" y="3099589"/>
            <a:ext cx="27443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B‘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CA50886B-47D9-D5FC-2F81-83672961BFA2}"/>
              </a:ext>
            </a:extLst>
          </p:cNvPr>
          <p:cNvSpPr txBox="1"/>
          <p:nvPr/>
        </p:nvSpPr>
        <p:spPr>
          <a:xfrm>
            <a:off x="2855648" y="3258002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couple</a:t>
            </a:r>
            <a:r>
              <a:rPr lang="de-DE" sz="800" baseline="-25000" dirty="0"/>
              <a:t>‘</a:t>
            </a:r>
          </a:p>
          <a:p>
            <a:r>
              <a:rPr lang="de-DE" sz="800" dirty="0"/>
              <a:t>1µF</a:t>
            </a:r>
          </a:p>
          <a:p>
            <a:r>
              <a:rPr lang="de-DE" sz="800" dirty="0"/>
              <a:t>Film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9CDB31E7-D106-5F10-1540-44DD03F3AD21}"/>
              </a:ext>
            </a:extLst>
          </p:cNvPr>
          <p:cNvSpPr txBox="1"/>
          <p:nvPr/>
        </p:nvSpPr>
        <p:spPr>
          <a:xfrm>
            <a:off x="4222484" y="3545243"/>
            <a:ext cx="30008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A‘‘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CB79CA44-6A1F-C530-69E3-15EA428A07DB}"/>
              </a:ext>
            </a:extLst>
          </p:cNvPr>
          <p:cNvSpPr txBox="1"/>
          <p:nvPr/>
        </p:nvSpPr>
        <p:spPr>
          <a:xfrm>
            <a:off x="4446346" y="3258001"/>
            <a:ext cx="49725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C</a:t>
            </a:r>
            <a:r>
              <a:rPr lang="de-DE" sz="800" baseline="-25000" dirty="0" err="1"/>
              <a:t>couple</a:t>
            </a:r>
            <a:r>
              <a:rPr lang="de-DE" sz="800" baseline="-25000" dirty="0"/>
              <a:t>‘‘</a:t>
            </a:r>
          </a:p>
          <a:p>
            <a:r>
              <a:rPr lang="de-DE" sz="800" dirty="0"/>
              <a:t>1µF</a:t>
            </a:r>
          </a:p>
          <a:p>
            <a:r>
              <a:rPr lang="de-DE" sz="800" dirty="0"/>
              <a:t>Film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A1A8DC8B-E197-A543-8179-4C8F78CE4486}"/>
              </a:ext>
            </a:extLst>
          </p:cNvPr>
          <p:cNvSpPr txBox="1"/>
          <p:nvPr/>
        </p:nvSpPr>
        <p:spPr>
          <a:xfrm>
            <a:off x="2641157" y="3549110"/>
            <a:ext cx="27283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A‘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1875A98C-4093-9B31-5E6F-995658A06556}"/>
              </a:ext>
            </a:extLst>
          </p:cNvPr>
          <p:cNvSpPr txBox="1"/>
          <p:nvPr/>
        </p:nvSpPr>
        <p:spPr>
          <a:xfrm>
            <a:off x="4220880" y="2963157"/>
            <a:ext cx="30168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B‘‘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8264A54-906B-A694-A5BF-2756B97328A1}"/>
              </a:ext>
            </a:extLst>
          </p:cNvPr>
          <p:cNvCxnSpPr>
            <a:cxnSpLocks/>
          </p:cNvCxnSpPr>
          <p:nvPr/>
        </p:nvCxnSpPr>
        <p:spPr>
          <a:xfrm>
            <a:off x="2290439" y="1393794"/>
            <a:ext cx="43237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C17B09A-4FA0-9AE0-5563-C11D3F61BAD8}"/>
              </a:ext>
            </a:extLst>
          </p:cNvPr>
          <p:cNvCxnSpPr>
            <a:cxnSpLocks/>
          </p:cNvCxnSpPr>
          <p:nvPr/>
        </p:nvCxnSpPr>
        <p:spPr>
          <a:xfrm>
            <a:off x="2290439" y="1814497"/>
            <a:ext cx="4787084" cy="1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721E0AA-556E-C6AE-1229-2B40F5637C4E}"/>
              </a:ext>
            </a:extLst>
          </p:cNvPr>
          <p:cNvCxnSpPr>
            <a:cxnSpLocks/>
          </p:cNvCxnSpPr>
          <p:nvPr/>
        </p:nvCxnSpPr>
        <p:spPr>
          <a:xfrm>
            <a:off x="2290439" y="2655902"/>
            <a:ext cx="2532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5A35AC4-053B-E11F-C83B-3CC71E54D8BE}"/>
              </a:ext>
            </a:extLst>
          </p:cNvPr>
          <p:cNvCxnSpPr>
            <a:cxnSpLocks/>
          </p:cNvCxnSpPr>
          <p:nvPr/>
        </p:nvCxnSpPr>
        <p:spPr>
          <a:xfrm>
            <a:off x="2290439" y="2235200"/>
            <a:ext cx="2179961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415C505-AAC5-D009-12EB-6404AF93F84C}"/>
              </a:ext>
            </a:extLst>
          </p:cNvPr>
          <p:cNvCxnSpPr/>
          <p:nvPr/>
        </p:nvCxnSpPr>
        <p:spPr>
          <a:xfrm>
            <a:off x="2672179" y="1393794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962CD78-71D8-9E24-0572-1EF23D2B7BB0}"/>
              </a:ext>
            </a:extLst>
          </p:cNvPr>
          <p:cNvCxnSpPr/>
          <p:nvPr/>
        </p:nvCxnSpPr>
        <p:spPr>
          <a:xfrm>
            <a:off x="2672179" y="1652726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46626FF-F818-2E37-80CF-AEE2CB0B7A3E}"/>
              </a:ext>
            </a:extLst>
          </p:cNvPr>
          <p:cNvCxnSpPr/>
          <p:nvPr/>
        </p:nvCxnSpPr>
        <p:spPr>
          <a:xfrm>
            <a:off x="2612231" y="1544715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FA4FBF6-4D04-A559-EC18-C3DE36060735}"/>
              </a:ext>
            </a:extLst>
          </p:cNvPr>
          <p:cNvCxnSpPr/>
          <p:nvPr/>
        </p:nvCxnSpPr>
        <p:spPr>
          <a:xfrm>
            <a:off x="2612231" y="1652726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5109389-58D4-C43E-C72D-3756440E58BE}"/>
              </a:ext>
            </a:extLst>
          </p:cNvPr>
          <p:cNvCxnSpPr/>
          <p:nvPr/>
        </p:nvCxnSpPr>
        <p:spPr>
          <a:xfrm>
            <a:off x="3055561" y="1393794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FD6AA32-3354-E1D3-E45A-39FAE83ED062}"/>
              </a:ext>
            </a:extLst>
          </p:cNvPr>
          <p:cNvCxnSpPr/>
          <p:nvPr/>
        </p:nvCxnSpPr>
        <p:spPr>
          <a:xfrm>
            <a:off x="3055561" y="1652726"/>
            <a:ext cx="0" cy="150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DD179FB-A6C9-6E9F-DC2F-0352E1C51A8C}"/>
              </a:ext>
            </a:extLst>
          </p:cNvPr>
          <p:cNvCxnSpPr/>
          <p:nvPr/>
        </p:nvCxnSpPr>
        <p:spPr>
          <a:xfrm>
            <a:off x="2995613" y="1544715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51F12E6-A105-8F9C-71A4-3B1EC2A25401}"/>
              </a:ext>
            </a:extLst>
          </p:cNvPr>
          <p:cNvCxnSpPr/>
          <p:nvPr/>
        </p:nvCxnSpPr>
        <p:spPr>
          <a:xfrm>
            <a:off x="2995613" y="1652726"/>
            <a:ext cx="116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C160EC3-2798-2690-815B-C2D5B5AF88B3}"/>
              </a:ext>
            </a:extLst>
          </p:cNvPr>
          <p:cNvGrpSpPr/>
          <p:nvPr/>
        </p:nvGrpSpPr>
        <p:grpSpPr>
          <a:xfrm rot="10800000">
            <a:off x="3315890" y="1994769"/>
            <a:ext cx="116682" cy="103335"/>
            <a:chOff x="3315890" y="1994769"/>
            <a:chExt cx="116682" cy="103335"/>
          </a:xfrm>
        </p:grpSpPr>
        <p:sp>
          <p:nvSpPr>
            <p:cNvPr id="24" name="Gleichschenkliges Dreieck 23">
              <a:extLst>
                <a:ext uri="{FF2B5EF4-FFF2-40B4-BE49-F238E27FC236}">
                  <a16:creationId xmlns:a16="http://schemas.microsoft.com/office/drawing/2014/main" id="{8E6173E0-27E7-5E66-5CFD-FF1C67E2D1DE}"/>
                </a:ext>
              </a:extLst>
            </p:cNvPr>
            <p:cNvSpPr/>
            <p:nvPr/>
          </p:nvSpPr>
          <p:spPr>
            <a:xfrm>
              <a:off x="3324225" y="2011886"/>
              <a:ext cx="100013" cy="86218"/>
            </a:xfrm>
            <a:prstGeom prst="triangl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CC8C067B-7025-03DB-3752-F1FF8658F972}"/>
                </a:ext>
              </a:extLst>
            </p:cNvPr>
            <p:cNvCxnSpPr/>
            <p:nvPr/>
          </p:nvCxnSpPr>
          <p:spPr>
            <a:xfrm>
              <a:off x="3315890" y="1994769"/>
              <a:ext cx="116682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60E718F-CBC2-6F6F-A2E8-95139C715E51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374230" y="1820314"/>
            <a:ext cx="1" cy="17445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1DDC073-B33C-5B1D-0AEC-43C77506B9ED}"/>
              </a:ext>
            </a:extLst>
          </p:cNvPr>
          <p:cNvCxnSpPr>
            <a:cxnSpLocks/>
          </p:cNvCxnSpPr>
          <p:nvPr/>
        </p:nvCxnSpPr>
        <p:spPr>
          <a:xfrm flipV="1">
            <a:off x="3374231" y="2090554"/>
            <a:ext cx="0" cy="1396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169974C9-9E38-A475-A63D-104CD2D1A81E}"/>
              </a:ext>
            </a:extLst>
          </p:cNvPr>
          <p:cNvGrpSpPr/>
          <p:nvPr/>
        </p:nvGrpSpPr>
        <p:grpSpPr>
          <a:xfrm>
            <a:off x="3584553" y="1994768"/>
            <a:ext cx="116682" cy="103335"/>
            <a:chOff x="3584553" y="1994768"/>
            <a:chExt cx="116682" cy="103335"/>
          </a:xfrm>
        </p:grpSpPr>
        <p:sp>
          <p:nvSpPr>
            <p:cNvPr id="31" name="Gleichschenkliges Dreieck 30">
              <a:extLst>
                <a:ext uri="{FF2B5EF4-FFF2-40B4-BE49-F238E27FC236}">
                  <a16:creationId xmlns:a16="http://schemas.microsoft.com/office/drawing/2014/main" id="{5A777AD5-3FB0-5592-9B5B-690697CA23F7}"/>
                </a:ext>
              </a:extLst>
            </p:cNvPr>
            <p:cNvSpPr/>
            <p:nvPr/>
          </p:nvSpPr>
          <p:spPr>
            <a:xfrm>
              <a:off x="3592888" y="2011885"/>
              <a:ext cx="100013" cy="86218"/>
            </a:xfrm>
            <a:prstGeom prst="triangl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35077C16-02E2-A06C-09D3-7D0D84CFA78C}"/>
                </a:ext>
              </a:extLst>
            </p:cNvPr>
            <p:cNvCxnSpPr/>
            <p:nvPr/>
          </p:nvCxnSpPr>
          <p:spPr>
            <a:xfrm>
              <a:off x="3584553" y="1994768"/>
              <a:ext cx="116682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4F956F9-0492-FA58-442F-00AB6332E0B8}"/>
              </a:ext>
            </a:extLst>
          </p:cNvPr>
          <p:cNvCxnSpPr>
            <a:cxnSpLocks/>
            <a:stCxn id="31" idx="0"/>
            <a:endCxn id="35" idx="2"/>
          </p:cNvCxnSpPr>
          <p:nvPr/>
        </p:nvCxnSpPr>
        <p:spPr>
          <a:xfrm flipH="1" flipV="1">
            <a:off x="3642190" y="1863721"/>
            <a:ext cx="705" cy="14816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8E1D0EE-03B7-2FDB-9467-7AE4840BFFFB}"/>
              </a:ext>
            </a:extLst>
          </p:cNvPr>
          <p:cNvCxnSpPr>
            <a:cxnSpLocks/>
          </p:cNvCxnSpPr>
          <p:nvPr/>
        </p:nvCxnSpPr>
        <p:spPr>
          <a:xfrm flipV="1">
            <a:off x="3642894" y="2090553"/>
            <a:ext cx="0" cy="13961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6334D8F1-19D5-2B8A-6619-FDB303B7BF61}"/>
              </a:ext>
            </a:extLst>
          </p:cNvPr>
          <p:cNvSpPr/>
          <p:nvPr/>
        </p:nvSpPr>
        <p:spPr>
          <a:xfrm>
            <a:off x="3596669" y="1771276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0B5243E5-8069-3F1A-7729-AFA522699C76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3642894" y="1387978"/>
            <a:ext cx="0" cy="38329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B6672CB2-E6E9-EF94-CD09-F5BCC9C72529}"/>
              </a:ext>
            </a:extLst>
          </p:cNvPr>
          <p:cNvGrpSpPr/>
          <p:nvPr/>
        </p:nvGrpSpPr>
        <p:grpSpPr>
          <a:xfrm>
            <a:off x="4052483" y="2409909"/>
            <a:ext cx="116682" cy="103335"/>
            <a:chOff x="4052483" y="2409909"/>
            <a:chExt cx="116682" cy="103335"/>
          </a:xfrm>
        </p:grpSpPr>
        <p:sp>
          <p:nvSpPr>
            <p:cNvPr id="45" name="Gleichschenkliges Dreieck 44">
              <a:extLst>
                <a:ext uri="{FF2B5EF4-FFF2-40B4-BE49-F238E27FC236}">
                  <a16:creationId xmlns:a16="http://schemas.microsoft.com/office/drawing/2014/main" id="{69176EC9-CB0E-410A-3E57-69D2008E93B9}"/>
                </a:ext>
              </a:extLst>
            </p:cNvPr>
            <p:cNvSpPr/>
            <p:nvPr/>
          </p:nvSpPr>
          <p:spPr>
            <a:xfrm>
              <a:off x="4060818" y="2427026"/>
              <a:ext cx="100013" cy="86218"/>
            </a:xfrm>
            <a:prstGeom prst="triangl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511EC091-08D7-C5D8-72E9-EDBE45641B05}"/>
                </a:ext>
              </a:extLst>
            </p:cNvPr>
            <p:cNvCxnSpPr/>
            <p:nvPr/>
          </p:nvCxnSpPr>
          <p:spPr>
            <a:xfrm>
              <a:off x="4052483" y="2409909"/>
              <a:ext cx="11668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11B92F6-A72C-2B69-914E-9D53212DE12C}"/>
              </a:ext>
            </a:extLst>
          </p:cNvPr>
          <p:cNvCxnSpPr>
            <a:cxnSpLocks/>
            <a:stCxn id="45" idx="0"/>
            <a:endCxn id="49" idx="2"/>
          </p:cNvCxnSpPr>
          <p:nvPr/>
        </p:nvCxnSpPr>
        <p:spPr>
          <a:xfrm flipH="1" flipV="1">
            <a:off x="4110120" y="2278862"/>
            <a:ext cx="705" cy="148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2AD1650-EBA3-2302-AC99-9ED4D7EF8222}"/>
              </a:ext>
            </a:extLst>
          </p:cNvPr>
          <p:cNvCxnSpPr>
            <a:cxnSpLocks/>
          </p:cNvCxnSpPr>
          <p:nvPr/>
        </p:nvCxnSpPr>
        <p:spPr>
          <a:xfrm flipV="1">
            <a:off x="4110824" y="2505694"/>
            <a:ext cx="0" cy="13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ogen 48">
            <a:extLst>
              <a:ext uri="{FF2B5EF4-FFF2-40B4-BE49-F238E27FC236}">
                <a16:creationId xmlns:a16="http://schemas.microsoft.com/office/drawing/2014/main" id="{7C57C0B1-2B7F-B0C7-8EF0-00488ADDAF70}"/>
              </a:ext>
            </a:extLst>
          </p:cNvPr>
          <p:cNvSpPr/>
          <p:nvPr/>
        </p:nvSpPr>
        <p:spPr>
          <a:xfrm>
            <a:off x="4064599" y="2186417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CF8C611-B06E-A2C8-A821-4A934C8ABF72}"/>
              </a:ext>
            </a:extLst>
          </p:cNvPr>
          <p:cNvCxnSpPr>
            <a:cxnSpLocks/>
            <a:stCxn id="49" idx="0"/>
            <a:endCxn id="51" idx="2"/>
          </p:cNvCxnSpPr>
          <p:nvPr/>
        </p:nvCxnSpPr>
        <p:spPr>
          <a:xfrm flipH="1" flipV="1">
            <a:off x="4109416" y="1860716"/>
            <a:ext cx="1408" cy="325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Bogen 50">
            <a:extLst>
              <a:ext uri="{FF2B5EF4-FFF2-40B4-BE49-F238E27FC236}">
                <a16:creationId xmlns:a16="http://schemas.microsoft.com/office/drawing/2014/main" id="{19FDCA20-3BA4-9FD0-EF95-692623D64397}"/>
              </a:ext>
            </a:extLst>
          </p:cNvPr>
          <p:cNvSpPr/>
          <p:nvPr/>
        </p:nvSpPr>
        <p:spPr>
          <a:xfrm>
            <a:off x="4063895" y="1768271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D1F7F5D-8CA0-EF2E-79C8-5C957BA583FD}"/>
              </a:ext>
            </a:extLst>
          </p:cNvPr>
          <p:cNvCxnSpPr>
            <a:cxnSpLocks/>
          </p:cNvCxnSpPr>
          <p:nvPr/>
        </p:nvCxnSpPr>
        <p:spPr>
          <a:xfrm flipV="1">
            <a:off x="4108997" y="1387978"/>
            <a:ext cx="0" cy="383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EE98320-A167-AC0D-4ABA-1B02E2C06D02}"/>
              </a:ext>
            </a:extLst>
          </p:cNvPr>
          <p:cNvGrpSpPr/>
          <p:nvPr/>
        </p:nvGrpSpPr>
        <p:grpSpPr>
          <a:xfrm rot="10800000">
            <a:off x="3803210" y="2410437"/>
            <a:ext cx="116682" cy="103335"/>
            <a:chOff x="3803210" y="2410437"/>
            <a:chExt cx="116682" cy="103335"/>
          </a:xfrm>
        </p:grpSpPr>
        <p:sp>
          <p:nvSpPr>
            <p:cNvPr id="54" name="Gleichschenkliges Dreieck 53">
              <a:extLst>
                <a:ext uri="{FF2B5EF4-FFF2-40B4-BE49-F238E27FC236}">
                  <a16:creationId xmlns:a16="http://schemas.microsoft.com/office/drawing/2014/main" id="{1AB6BE6B-3B2B-251E-117A-767E54F26866}"/>
                </a:ext>
              </a:extLst>
            </p:cNvPr>
            <p:cNvSpPr/>
            <p:nvPr/>
          </p:nvSpPr>
          <p:spPr>
            <a:xfrm>
              <a:off x="3811545" y="2427554"/>
              <a:ext cx="100013" cy="86218"/>
            </a:xfrm>
            <a:prstGeom prst="triangl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2678C66A-3BAF-9DCF-5443-5C264587D00D}"/>
                </a:ext>
              </a:extLst>
            </p:cNvPr>
            <p:cNvCxnSpPr/>
            <p:nvPr/>
          </p:nvCxnSpPr>
          <p:spPr>
            <a:xfrm>
              <a:off x="3803210" y="2410437"/>
              <a:ext cx="11668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6054BA77-F858-5829-6CC3-093C952AFF4D}"/>
              </a:ext>
            </a:extLst>
          </p:cNvPr>
          <p:cNvCxnSpPr>
            <a:cxnSpLocks/>
            <a:stCxn id="54" idx="3"/>
            <a:endCxn id="58" idx="2"/>
          </p:cNvCxnSpPr>
          <p:nvPr/>
        </p:nvCxnSpPr>
        <p:spPr>
          <a:xfrm flipH="1" flipV="1">
            <a:off x="3860847" y="2279390"/>
            <a:ext cx="703" cy="131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06AFE65E-3774-E6D1-A513-FFE4FB4BF22B}"/>
              </a:ext>
            </a:extLst>
          </p:cNvPr>
          <p:cNvCxnSpPr>
            <a:cxnSpLocks/>
          </p:cNvCxnSpPr>
          <p:nvPr/>
        </p:nvCxnSpPr>
        <p:spPr>
          <a:xfrm flipV="1">
            <a:off x="3861551" y="2506222"/>
            <a:ext cx="0" cy="139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Bogen 57">
            <a:extLst>
              <a:ext uri="{FF2B5EF4-FFF2-40B4-BE49-F238E27FC236}">
                <a16:creationId xmlns:a16="http://schemas.microsoft.com/office/drawing/2014/main" id="{B256774C-BDFE-EEBF-5C3D-8F3C1EDBAE71}"/>
              </a:ext>
            </a:extLst>
          </p:cNvPr>
          <p:cNvSpPr/>
          <p:nvPr/>
        </p:nvSpPr>
        <p:spPr>
          <a:xfrm>
            <a:off x="3815326" y="2186945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CF8EA043-08EA-0DA3-DA3A-A1ED416B388B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861551" y="1803647"/>
            <a:ext cx="0" cy="383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C090124-E36E-B4DD-5786-5DCC919D90EB}"/>
              </a:ext>
            </a:extLst>
          </p:cNvPr>
          <p:cNvCxnSpPr/>
          <p:nvPr/>
        </p:nvCxnSpPr>
        <p:spPr>
          <a:xfrm>
            <a:off x="4470400" y="1822054"/>
            <a:ext cx="0" cy="15092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5670752F-34E0-A049-E074-4D221B3AA309}"/>
              </a:ext>
            </a:extLst>
          </p:cNvPr>
          <p:cNvCxnSpPr/>
          <p:nvPr/>
        </p:nvCxnSpPr>
        <p:spPr>
          <a:xfrm>
            <a:off x="4470400" y="2080986"/>
            <a:ext cx="0" cy="15092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FA5ACCA4-2DEF-6381-A8DB-5D09DDCEC452}"/>
              </a:ext>
            </a:extLst>
          </p:cNvPr>
          <p:cNvCxnSpPr/>
          <p:nvPr/>
        </p:nvCxnSpPr>
        <p:spPr>
          <a:xfrm>
            <a:off x="4410452" y="1972975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95572BBA-E1B7-957E-3697-72C2CA739C16}"/>
              </a:ext>
            </a:extLst>
          </p:cNvPr>
          <p:cNvCxnSpPr/>
          <p:nvPr/>
        </p:nvCxnSpPr>
        <p:spPr>
          <a:xfrm>
            <a:off x="4410452" y="2080986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0C35E24C-7226-9A92-9E13-1B563E8110DB}"/>
              </a:ext>
            </a:extLst>
          </p:cNvPr>
          <p:cNvCxnSpPr/>
          <p:nvPr/>
        </p:nvCxnSpPr>
        <p:spPr>
          <a:xfrm>
            <a:off x="4824829" y="1820312"/>
            <a:ext cx="0" cy="15092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2773C6FE-08F8-D02B-F80E-CBC9C9C1B14C}"/>
              </a:ext>
            </a:extLst>
          </p:cNvPr>
          <p:cNvCxnSpPr>
            <a:cxnSpLocks/>
          </p:cNvCxnSpPr>
          <p:nvPr/>
        </p:nvCxnSpPr>
        <p:spPr>
          <a:xfrm>
            <a:off x="4824829" y="2079244"/>
            <a:ext cx="0" cy="5766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970B53B3-8822-304D-E94D-1343D1AC6DD1}"/>
              </a:ext>
            </a:extLst>
          </p:cNvPr>
          <p:cNvCxnSpPr/>
          <p:nvPr/>
        </p:nvCxnSpPr>
        <p:spPr>
          <a:xfrm>
            <a:off x="4764881" y="1971233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690A0F3-80B7-2F6D-FB8B-00B46B9DBDA2}"/>
              </a:ext>
            </a:extLst>
          </p:cNvPr>
          <p:cNvCxnSpPr/>
          <p:nvPr/>
        </p:nvCxnSpPr>
        <p:spPr>
          <a:xfrm>
            <a:off x="4764881" y="2079244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CDA993E1-8164-1828-C905-887D92424EE1}"/>
              </a:ext>
            </a:extLst>
          </p:cNvPr>
          <p:cNvCxnSpPr>
            <a:cxnSpLocks/>
          </p:cNvCxnSpPr>
          <p:nvPr/>
        </p:nvCxnSpPr>
        <p:spPr>
          <a:xfrm>
            <a:off x="5129212" y="1822053"/>
            <a:ext cx="0" cy="996905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9B8826CD-4A84-7897-FFCE-2FF094178A21}"/>
              </a:ext>
            </a:extLst>
          </p:cNvPr>
          <p:cNvCxnSpPr>
            <a:cxnSpLocks/>
          </p:cNvCxnSpPr>
          <p:nvPr/>
        </p:nvCxnSpPr>
        <p:spPr>
          <a:xfrm>
            <a:off x="5129212" y="2926969"/>
            <a:ext cx="0" cy="278098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8245BCC-13E4-DF18-08A3-7EA258D95247}"/>
              </a:ext>
            </a:extLst>
          </p:cNvPr>
          <p:cNvCxnSpPr/>
          <p:nvPr/>
        </p:nvCxnSpPr>
        <p:spPr>
          <a:xfrm>
            <a:off x="5070871" y="2820699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2B3D8637-C046-1DE2-F70D-4761A4BFABAC}"/>
              </a:ext>
            </a:extLst>
          </p:cNvPr>
          <p:cNvCxnSpPr/>
          <p:nvPr/>
        </p:nvCxnSpPr>
        <p:spPr>
          <a:xfrm>
            <a:off x="5070871" y="2928710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A46DE387-AC79-57BA-D258-B193F006FA8C}"/>
              </a:ext>
            </a:extLst>
          </p:cNvPr>
          <p:cNvCxnSpPr>
            <a:cxnSpLocks/>
          </p:cNvCxnSpPr>
          <p:nvPr/>
        </p:nvCxnSpPr>
        <p:spPr>
          <a:xfrm>
            <a:off x="5637213" y="1820312"/>
            <a:ext cx="0" cy="998646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46833AE9-62D1-CC1C-0774-CAA88DA9598D}"/>
              </a:ext>
            </a:extLst>
          </p:cNvPr>
          <p:cNvCxnSpPr>
            <a:cxnSpLocks/>
          </p:cNvCxnSpPr>
          <p:nvPr/>
        </p:nvCxnSpPr>
        <p:spPr>
          <a:xfrm>
            <a:off x="5637213" y="2926969"/>
            <a:ext cx="0" cy="278098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0BAFCB6E-2E73-9FA7-1D30-90B7CDA38505}"/>
              </a:ext>
            </a:extLst>
          </p:cNvPr>
          <p:cNvCxnSpPr/>
          <p:nvPr/>
        </p:nvCxnSpPr>
        <p:spPr>
          <a:xfrm>
            <a:off x="5578872" y="2818958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8547E1F7-B5C2-D80E-BDBA-D0A1C4CD6CFC}"/>
              </a:ext>
            </a:extLst>
          </p:cNvPr>
          <p:cNvCxnSpPr/>
          <p:nvPr/>
        </p:nvCxnSpPr>
        <p:spPr>
          <a:xfrm>
            <a:off x="5578872" y="2926969"/>
            <a:ext cx="11668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6AFA22D5-8478-DE89-88C2-200483718BD4}"/>
              </a:ext>
            </a:extLst>
          </p:cNvPr>
          <p:cNvCxnSpPr>
            <a:cxnSpLocks/>
          </p:cNvCxnSpPr>
          <p:nvPr/>
        </p:nvCxnSpPr>
        <p:spPr>
          <a:xfrm flipV="1">
            <a:off x="4509594" y="3202636"/>
            <a:ext cx="619618" cy="243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31B80041-8894-CE51-FA98-484782F7EC1F}"/>
              </a:ext>
            </a:extLst>
          </p:cNvPr>
          <p:cNvSpPr/>
          <p:nvPr/>
        </p:nvSpPr>
        <p:spPr>
          <a:xfrm>
            <a:off x="6198394" y="2782553"/>
            <a:ext cx="45719" cy="17660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D3AF1899-56CA-F9AD-F4B6-C0D9203998CB}"/>
              </a:ext>
            </a:extLst>
          </p:cNvPr>
          <p:cNvCxnSpPr>
            <a:cxnSpLocks/>
          </p:cNvCxnSpPr>
          <p:nvPr/>
        </p:nvCxnSpPr>
        <p:spPr>
          <a:xfrm>
            <a:off x="6221253" y="1814496"/>
            <a:ext cx="0" cy="96805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140A389D-6F69-02C1-0365-E93097B44564}"/>
              </a:ext>
            </a:extLst>
          </p:cNvPr>
          <p:cNvCxnSpPr>
            <a:cxnSpLocks/>
          </p:cNvCxnSpPr>
          <p:nvPr/>
        </p:nvCxnSpPr>
        <p:spPr>
          <a:xfrm>
            <a:off x="6221253" y="2959160"/>
            <a:ext cx="0" cy="24590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hteck 101">
            <a:extLst>
              <a:ext uri="{FF2B5EF4-FFF2-40B4-BE49-F238E27FC236}">
                <a16:creationId xmlns:a16="http://schemas.microsoft.com/office/drawing/2014/main" id="{D0E8E3C6-5729-FBDF-3201-57E819E43530}"/>
              </a:ext>
            </a:extLst>
          </p:cNvPr>
          <p:cNvSpPr/>
          <p:nvPr/>
        </p:nvSpPr>
        <p:spPr>
          <a:xfrm>
            <a:off x="6591300" y="2782553"/>
            <a:ext cx="45719" cy="17660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64299C2E-E01B-A741-BB4D-3E54A5536604}"/>
              </a:ext>
            </a:extLst>
          </p:cNvPr>
          <p:cNvCxnSpPr>
            <a:cxnSpLocks/>
          </p:cNvCxnSpPr>
          <p:nvPr/>
        </p:nvCxnSpPr>
        <p:spPr>
          <a:xfrm>
            <a:off x="6614159" y="1860716"/>
            <a:ext cx="0" cy="92183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2C3CF51-68BF-272B-B255-5ECCC078E4B9}"/>
              </a:ext>
            </a:extLst>
          </p:cNvPr>
          <p:cNvCxnSpPr>
            <a:cxnSpLocks/>
          </p:cNvCxnSpPr>
          <p:nvPr/>
        </p:nvCxnSpPr>
        <p:spPr>
          <a:xfrm>
            <a:off x="6614159" y="2959160"/>
            <a:ext cx="0" cy="245907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Bogen 109">
            <a:extLst>
              <a:ext uri="{FF2B5EF4-FFF2-40B4-BE49-F238E27FC236}">
                <a16:creationId xmlns:a16="http://schemas.microsoft.com/office/drawing/2014/main" id="{D47B93AC-A4EA-EB65-5E38-25562EA52BBC}"/>
              </a:ext>
            </a:extLst>
          </p:cNvPr>
          <p:cNvSpPr/>
          <p:nvPr/>
        </p:nvSpPr>
        <p:spPr>
          <a:xfrm>
            <a:off x="2811734" y="2608238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32B7F99C-2BC2-3EC2-8F62-D5F158544AC6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2857959" y="2224940"/>
            <a:ext cx="0" cy="38329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hteck 111">
            <a:extLst>
              <a:ext uri="{FF2B5EF4-FFF2-40B4-BE49-F238E27FC236}">
                <a16:creationId xmlns:a16="http://schemas.microsoft.com/office/drawing/2014/main" id="{8ACC9FBB-F186-08A8-9F65-D0680F6CCCB2}"/>
              </a:ext>
            </a:extLst>
          </p:cNvPr>
          <p:cNvSpPr/>
          <p:nvPr/>
        </p:nvSpPr>
        <p:spPr>
          <a:xfrm>
            <a:off x="2834641" y="2792621"/>
            <a:ext cx="45719" cy="1766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1C8F68D7-A94D-3F35-5A1F-DA5A98B06D05}"/>
              </a:ext>
            </a:extLst>
          </p:cNvPr>
          <p:cNvCxnSpPr>
            <a:cxnSpLocks/>
            <a:stCxn id="110" idx="2"/>
          </p:cNvCxnSpPr>
          <p:nvPr/>
        </p:nvCxnSpPr>
        <p:spPr>
          <a:xfrm>
            <a:off x="2857255" y="2700683"/>
            <a:ext cx="245" cy="919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hteck 115">
            <a:extLst>
              <a:ext uri="{FF2B5EF4-FFF2-40B4-BE49-F238E27FC236}">
                <a16:creationId xmlns:a16="http://schemas.microsoft.com/office/drawing/2014/main" id="{2878DD10-0E77-2BD5-E1F6-8B35159146D3}"/>
              </a:ext>
            </a:extLst>
          </p:cNvPr>
          <p:cNvSpPr/>
          <p:nvPr/>
        </p:nvSpPr>
        <p:spPr>
          <a:xfrm>
            <a:off x="4442973" y="2786974"/>
            <a:ext cx="45719" cy="1766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E463327B-C1DA-D91B-17C5-7AFA1F3EB2B6}"/>
              </a:ext>
            </a:extLst>
          </p:cNvPr>
          <p:cNvCxnSpPr>
            <a:cxnSpLocks/>
          </p:cNvCxnSpPr>
          <p:nvPr/>
        </p:nvCxnSpPr>
        <p:spPr>
          <a:xfrm>
            <a:off x="4465832" y="2660324"/>
            <a:ext cx="0" cy="1266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feld 119">
            <a:extLst>
              <a:ext uri="{FF2B5EF4-FFF2-40B4-BE49-F238E27FC236}">
                <a16:creationId xmlns:a16="http://schemas.microsoft.com/office/drawing/2014/main" id="{F00A2FC4-D55B-DFB2-50C5-9E82470F29E9}"/>
              </a:ext>
            </a:extLst>
          </p:cNvPr>
          <p:cNvSpPr txBox="1"/>
          <p:nvPr/>
        </p:nvSpPr>
        <p:spPr>
          <a:xfrm>
            <a:off x="1448894" y="1243799"/>
            <a:ext cx="35618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5V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81AE7F07-DB40-1042-5E88-6C9DBC8781F4}"/>
              </a:ext>
            </a:extLst>
          </p:cNvPr>
          <p:cNvSpPr txBox="1"/>
          <p:nvPr/>
        </p:nvSpPr>
        <p:spPr>
          <a:xfrm>
            <a:off x="955791" y="1665147"/>
            <a:ext cx="91364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GND_STAR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3BEAFFF0-2115-C55B-3F29-2024776DD06F}"/>
              </a:ext>
            </a:extLst>
          </p:cNvPr>
          <p:cNvSpPr txBox="1"/>
          <p:nvPr/>
        </p:nvSpPr>
        <p:spPr>
          <a:xfrm>
            <a:off x="1457487" y="2084206"/>
            <a:ext cx="35779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A9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10571547-96E6-7331-957A-CBC1BC46E315}"/>
              </a:ext>
            </a:extLst>
          </p:cNvPr>
          <p:cNvSpPr txBox="1"/>
          <p:nvPr/>
        </p:nvSpPr>
        <p:spPr>
          <a:xfrm>
            <a:off x="1415528" y="2505554"/>
            <a:ext cx="43954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A10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84CAA634-D3B4-81C2-3ABC-608FD1532E24}"/>
              </a:ext>
            </a:extLst>
          </p:cNvPr>
          <p:cNvSpPr txBox="1"/>
          <p:nvPr/>
        </p:nvSpPr>
        <p:spPr>
          <a:xfrm>
            <a:off x="1744461" y="2959429"/>
            <a:ext cx="9267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BIAS-Reihe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2AFAB982-07AF-85B3-9A28-24B2641B2AB0}"/>
              </a:ext>
            </a:extLst>
          </p:cNvPr>
          <p:cNvSpPr/>
          <p:nvPr/>
        </p:nvSpPr>
        <p:spPr>
          <a:xfrm>
            <a:off x="2834641" y="3179776"/>
            <a:ext cx="45720" cy="457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A1E7B257-2F70-C1C0-6E15-FACAE3502E02}"/>
              </a:ext>
            </a:extLst>
          </p:cNvPr>
          <p:cNvCxnSpPr/>
          <p:nvPr/>
        </p:nvCxnSpPr>
        <p:spPr>
          <a:xfrm>
            <a:off x="2797307" y="3395375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Gerader Verbinder 129">
            <a:extLst>
              <a:ext uri="{FF2B5EF4-FFF2-40B4-BE49-F238E27FC236}">
                <a16:creationId xmlns:a16="http://schemas.microsoft.com/office/drawing/2014/main" id="{F339B6D9-9954-57F0-0CFB-2A288E74C4B3}"/>
              </a:ext>
            </a:extLst>
          </p:cNvPr>
          <p:cNvCxnSpPr/>
          <p:nvPr/>
        </p:nvCxnSpPr>
        <p:spPr>
          <a:xfrm>
            <a:off x="2797307" y="3503386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FF44F74B-C8C3-B545-7505-4D9D5B3E97F7}"/>
              </a:ext>
            </a:extLst>
          </p:cNvPr>
          <p:cNvCxnSpPr>
            <a:cxnSpLocks/>
            <a:stCxn id="116" idx="2"/>
          </p:cNvCxnSpPr>
          <p:nvPr/>
        </p:nvCxnSpPr>
        <p:spPr>
          <a:xfrm flipH="1">
            <a:off x="4465832" y="2963581"/>
            <a:ext cx="1" cy="445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0544FFBC-71B1-92A4-4E02-C671701F7CA2}"/>
              </a:ext>
            </a:extLst>
          </p:cNvPr>
          <p:cNvCxnSpPr/>
          <p:nvPr/>
        </p:nvCxnSpPr>
        <p:spPr>
          <a:xfrm>
            <a:off x="4405884" y="3408778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284A2E68-219B-3A7E-1755-8AC9C50C5263}"/>
              </a:ext>
            </a:extLst>
          </p:cNvPr>
          <p:cNvCxnSpPr/>
          <p:nvPr/>
        </p:nvCxnSpPr>
        <p:spPr>
          <a:xfrm>
            <a:off x="4405884" y="3516789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Ellipse 134">
            <a:extLst>
              <a:ext uri="{FF2B5EF4-FFF2-40B4-BE49-F238E27FC236}">
                <a16:creationId xmlns:a16="http://schemas.microsoft.com/office/drawing/2014/main" id="{20FD45A6-5980-E26D-5639-1251347F231B}"/>
              </a:ext>
            </a:extLst>
          </p:cNvPr>
          <p:cNvSpPr/>
          <p:nvPr/>
        </p:nvSpPr>
        <p:spPr>
          <a:xfrm>
            <a:off x="2832788" y="3638492"/>
            <a:ext cx="45720" cy="457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CA4F1FFE-8477-E5FE-DD5C-5B9D6B26BF37}"/>
              </a:ext>
            </a:extLst>
          </p:cNvPr>
          <p:cNvSpPr/>
          <p:nvPr/>
        </p:nvSpPr>
        <p:spPr>
          <a:xfrm>
            <a:off x="4441365" y="3632845"/>
            <a:ext cx="45720" cy="457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E6C4F092-F407-1E4F-8344-6E20CBE67D20}"/>
              </a:ext>
            </a:extLst>
          </p:cNvPr>
          <p:cNvSpPr txBox="1"/>
          <p:nvPr/>
        </p:nvSpPr>
        <p:spPr>
          <a:xfrm>
            <a:off x="2613198" y="1375744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800" dirty="0"/>
              <a:t>C</a:t>
            </a:r>
            <a:endParaRPr lang="de-DE" sz="800" baseline="-25000" dirty="0"/>
          </a:p>
          <a:p>
            <a:r>
              <a:rPr lang="de-DE" sz="800" dirty="0"/>
              <a:t>100nF</a:t>
            </a:r>
          </a:p>
          <a:p>
            <a:r>
              <a:rPr lang="de-DE" sz="800" dirty="0" err="1"/>
              <a:t>Keram</a:t>
            </a:r>
            <a:r>
              <a:rPr lang="de-DE" sz="800" dirty="0"/>
              <a:t>.</a:t>
            </a:r>
          </a:p>
        </p:txBody>
      </p: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29B34DC2-5D43-62A3-33C9-38E9360C1D4C}"/>
              </a:ext>
            </a:extLst>
          </p:cNvPr>
          <p:cNvCxnSpPr>
            <a:cxnSpLocks/>
          </p:cNvCxnSpPr>
          <p:nvPr/>
        </p:nvCxnSpPr>
        <p:spPr>
          <a:xfrm>
            <a:off x="2417763" y="3767138"/>
            <a:ext cx="0" cy="20513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810C60B6-BD72-1939-8186-F3DB8320A674}"/>
              </a:ext>
            </a:extLst>
          </p:cNvPr>
          <p:cNvCxnSpPr>
            <a:cxnSpLocks/>
          </p:cNvCxnSpPr>
          <p:nvPr/>
        </p:nvCxnSpPr>
        <p:spPr>
          <a:xfrm>
            <a:off x="2417763" y="4080279"/>
            <a:ext cx="0" cy="60364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9BC62A3E-8282-6A37-9ECF-3489F5149965}"/>
              </a:ext>
            </a:extLst>
          </p:cNvPr>
          <p:cNvCxnSpPr/>
          <p:nvPr/>
        </p:nvCxnSpPr>
        <p:spPr>
          <a:xfrm>
            <a:off x="2359422" y="3972268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E9DE3803-3C02-44A7-700C-FC36AEE0AC8B}"/>
              </a:ext>
            </a:extLst>
          </p:cNvPr>
          <p:cNvCxnSpPr/>
          <p:nvPr/>
        </p:nvCxnSpPr>
        <p:spPr>
          <a:xfrm>
            <a:off x="2359422" y="4080279"/>
            <a:ext cx="1166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hteck 160">
            <a:extLst>
              <a:ext uri="{FF2B5EF4-FFF2-40B4-BE49-F238E27FC236}">
                <a16:creationId xmlns:a16="http://schemas.microsoft.com/office/drawing/2014/main" id="{5DB435FE-4153-17FE-1FFE-6B9C57C87514}"/>
              </a:ext>
            </a:extLst>
          </p:cNvPr>
          <p:cNvSpPr/>
          <p:nvPr/>
        </p:nvSpPr>
        <p:spPr>
          <a:xfrm>
            <a:off x="2834482" y="3935863"/>
            <a:ext cx="45719" cy="1766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E35CEBB9-F72C-8AF8-A677-296DB2FF8494}"/>
              </a:ext>
            </a:extLst>
          </p:cNvPr>
          <p:cNvCxnSpPr>
            <a:cxnSpLocks/>
          </p:cNvCxnSpPr>
          <p:nvPr/>
        </p:nvCxnSpPr>
        <p:spPr>
          <a:xfrm>
            <a:off x="2857341" y="3762375"/>
            <a:ext cx="0" cy="1734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A8855512-0A83-A458-1EAB-67E858B32DAA}"/>
              </a:ext>
            </a:extLst>
          </p:cNvPr>
          <p:cNvCxnSpPr>
            <a:cxnSpLocks/>
          </p:cNvCxnSpPr>
          <p:nvPr/>
        </p:nvCxnSpPr>
        <p:spPr>
          <a:xfrm flipH="1">
            <a:off x="2857255" y="4112470"/>
            <a:ext cx="86" cy="57383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hteck 163">
            <a:extLst>
              <a:ext uri="{FF2B5EF4-FFF2-40B4-BE49-F238E27FC236}">
                <a16:creationId xmlns:a16="http://schemas.microsoft.com/office/drawing/2014/main" id="{99380250-3C59-F494-C148-F2BA19E38A3A}"/>
              </a:ext>
            </a:extLst>
          </p:cNvPr>
          <p:cNvSpPr/>
          <p:nvPr/>
        </p:nvSpPr>
        <p:spPr>
          <a:xfrm>
            <a:off x="3371850" y="3935863"/>
            <a:ext cx="45719" cy="1766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6" name="Gerader Verbinder 165">
            <a:extLst>
              <a:ext uri="{FF2B5EF4-FFF2-40B4-BE49-F238E27FC236}">
                <a16:creationId xmlns:a16="http://schemas.microsoft.com/office/drawing/2014/main" id="{77928E09-0E4D-9993-D5A5-D685862CEF40}"/>
              </a:ext>
            </a:extLst>
          </p:cNvPr>
          <p:cNvCxnSpPr>
            <a:cxnSpLocks/>
          </p:cNvCxnSpPr>
          <p:nvPr/>
        </p:nvCxnSpPr>
        <p:spPr>
          <a:xfrm>
            <a:off x="3394709" y="4112470"/>
            <a:ext cx="0" cy="1444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13921C33-3216-EF22-5914-D473081DB171}"/>
              </a:ext>
            </a:extLst>
          </p:cNvPr>
          <p:cNvCxnSpPr>
            <a:cxnSpLocks/>
            <a:endCxn id="248" idx="2"/>
          </p:cNvCxnSpPr>
          <p:nvPr/>
        </p:nvCxnSpPr>
        <p:spPr>
          <a:xfrm flipV="1">
            <a:off x="2413000" y="4681538"/>
            <a:ext cx="5430838" cy="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473C2603-1770-69D5-EC50-EC2819F2E9DB}"/>
              </a:ext>
            </a:extLst>
          </p:cNvPr>
          <p:cNvCxnSpPr>
            <a:cxnSpLocks/>
            <a:endCxn id="242" idx="2"/>
          </p:cNvCxnSpPr>
          <p:nvPr/>
        </p:nvCxnSpPr>
        <p:spPr>
          <a:xfrm>
            <a:off x="3390898" y="4260850"/>
            <a:ext cx="4464846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C85B52FD-30F7-F400-E5FA-8E4BE3652E96}"/>
              </a:ext>
            </a:extLst>
          </p:cNvPr>
          <p:cNvCxnSpPr>
            <a:cxnSpLocks/>
          </p:cNvCxnSpPr>
          <p:nvPr/>
        </p:nvCxnSpPr>
        <p:spPr>
          <a:xfrm>
            <a:off x="4024533" y="3773021"/>
            <a:ext cx="0" cy="2051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r Verbinder 185">
            <a:extLst>
              <a:ext uri="{FF2B5EF4-FFF2-40B4-BE49-F238E27FC236}">
                <a16:creationId xmlns:a16="http://schemas.microsoft.com/office/drawing/2014/main" id="{B6084C23-C5A4-C023-97CE-888E20AF2A0F}"/>
              </a:ext>
            </a:extLst>
          </p:cNvPr>
          <p:cNvCxnSpPr/>
          <p:nvPr/>
        </p:nvCxnSpPr>
        <p:spPr>
          <a:xfrm>
            <a:off x="3966192" y="3978151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Gerader Verbinder 186">
            <a:extLst>
              <a:ext uri="{FF2B5EF4-FFF2-40B4-BE49-F238E27FC236}">
                <a16:creationId xmlns:a16="http://schemas.microsoft.com/office/drawing/2014/main" id="{300B83D3-45C5-C9CB-908B-C82B21371863}"/>
              </a:ext>
            </a:extLst>
          </p:cNvPr>
          <p:cNvCxnSpPr/>
          <p:nvPr/>
        </p:nvCxnSpPr>
        <p:spPr>
          <a:xfrm>
            <a:off x="3966192" y="4086162"/>
            <a:ext cx="116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echteck 187">
            <a:extLst>
              <a:ext uri="{FF2B5EF4-FFF2-40B4-BE49-F238E27FC236}">
                <a16:creationId xmlns:a16="http://schemas.microsoft.com/office/drawing/2014/main" id="{D7FCAE9E-93EA-AC07-AE2E-EA4EA23D795F}"/>
              </a:ext>
            </a:extLst>
          </p:cNvPr>
          <p:cNvSpPr/>
          <p:nvPr/>
        </p:nvSpPr>
        <p:spPr>
          <a:xfrm>
            <a:off x="4441252" y="3941746"/>
            <a:ext cx="45719" cy="17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5C48748C-4D53-03DA-8E77-954537290C8E}"/>
              </a:ext>
            </a:extLst>
          </p:cNvPr>
          <p:cNvCxnSpPr>
            <a:cxnSpLocks/>
          </p:cNvCxnSpPr>
          <p:nvPr/>
        </p:nvCxnSpPr>
        <p:spPr>
          <a:xfrm>
            <a:off x="4464111" y="3768258"/>
            <a:ext cx="0" cy="1734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hteck 189">
            <a:extLst>
              <a:ext uri="{FF2B5EF4-FFF2-40B4-BE49-F238E27FC236}">
                <a16:creationId xmlns:a16="http://schemas.microsoft.com/office/drawing/2014/main" id="{F94BAB87-A8AF-EC12-0E98-120FDE29A8AC}"/>
              </a:ext>
            </a:extLst>
          </p:cNvPr>
          <p:cNvSpPr/>
          <p:nvPr/>
        </p:nvSpPr>
        <p:spPr>
          <a:xfrm>
            <a:off x="4978620" y="3941746"/>
            <a:ext cx="45719" cy="17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5956759B-8D2C-37DB-7BC1-F02514BFFDDA}"/>
              </a:ext>
            </a:extLst>
          </p:cNvPr>
          <p:cNvCxnSpPr>
            <a:cxnSpLocks/>
          </p:cNvCxnSpPr>
          <p:nvPr/>
        </p:nvCxnSpPr>
        <p:spPr>
          <a:xfrm>
            <a:off x="5001479" y="3773021"/>
            <a:ext cx="0" cy="1687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Gerader Verbinder 195">
            <a:extLst>
              <a:ext uri="{FF2B5EF4-FFF2-40B4-BE49-F238E27FC236}">
                <a16:creationId xmlns:a16="http://schemas.microsoft.com/office/drawing/2014/main" id="{5AF80538-9009-16B5-B179-C548602AE552}"/>
              </a:ext>
            </a:extLst>
          </p:cNvPr>
          <p:cNvCxnSpPr>
            <a:cxnSpLocks/>
          </p:cNvCxnSpPr>
          <p:nvPr/>
        </p:nvCxnSpPr>
        <p:spPr>
          <a:xfrm>
            <a:off x="4019644" y="3776209"/>
            <a:ext cx="9826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9C74F104-D76D-8627-4DFB-FCC3ABC9DEF6}"/>
              </a:ext>
            </a:extLst>
          </p:cNvPr>
          <p:cNvCxnSpPr>
            <a:cxnSpLocks/>
            <a:endCxn id="200" idx="0"/>
          </p:cNvCxnSpPr>
          <p:nvPr/>
        </p:nvCxnSpPr>
        <p:spPr>
          <a:xfrm>
            <a:off x="4026254" y="4088574"/>
            <a:ext cx="779" cy="1293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526D8F5C-3247-06C0-EEA5-2DD1B0DE8979}"/>
              </a:ext>
            </a:extLst>
          </p:cNvPr>
          <p:cNvCxnSpPr>
            <a:cxnSpLocks/>
            <a:endCxn id="202" idx="0"/>
          </p:cNvCxnSpPr>
          <p:nvPr/>
        </p:nvCxnSpPr>
        <p:spPr>
          <a:xfrm>
            <a:off x="4465832" y="4127908"/>
            <a:ext cx="0" cy="86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Bogen 199">
            <a:extLst>
              <a:ext uri="{FF2B5EF4-FFF2-40B4-BE49-F238E27FC236}">
                <a16:creationId xmlns:a16="http://schemas.microsoft.com/office/drawing/2014/main" id="{9E159D7F-6C06-6111-BB89-4045B45A0939}"/>
              </a:ext>
            </a:extLst>
          </p:cNvPr>
          <p:cNvSpPr/>
          <p:nvPr/>
        </p:nvSpPr>
        <p:spPr>
          <a:xfrm>
            <a:off x="3980808" y="4217929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Bogen 201">
            <a:extLst>
              <a:ext uri="{FF2B5EF4-FFF2-40B4-BE49-F238E27FC236}">
                <a16:creationId xmlns:a16="http://schemas.microsoft.com/office/drawing/2014/main" id="{21A8599E-9B66-8BDC-28C4-65D44B4C6509}"/>
              </a:ext>
            </a:extLst>
          </p:cNvPr>
          <p:cNvSpPr/>
          <p:nvPr/>
        </p:nvSpPr>
        <p:spPr>
          <a:xfrm>
            <a:off x="4419607" y="4214049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5E98E20E-04A4-E6D0-8C02-F7E4704F8565}"/>
              </a:ext>
            </a:extLst>
          </p:cNvPr>
          <p:cNvCxnSpPr>
            <a:cxnSpLocks/>
            <a:endCxn id="207" idx="0"/>
          </p:cNvCxnSpPr>
          <p:nvPr/>
        </p:nvCxnSpPr>
        <p:spPr>
          <a:xfrm flipH="1">
            <a:off x="4999232" y="4127908"/>
            <a:ext cx="1607" cy="86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Bogen 206">
            <a:extLst>
              <a:ext uri="{FF2B5EF4-FFF2-40B4-BE49-F238E27FC236}">
                <a16:creationId xmlns:a16="http://schemas.microsoft.com/office/drawing/2014/main" id="{8903C584-DFD5-989D-7E0F-0D4A440F072A}"/>
              </a:ext>
            </a:extLst>
          </p:cNvPr>
          <p:cNvSpPr/>
          <p:nvPr/>
        </p:nvSpPr>
        <p:spPr>
          <a:xfrm>
            <a:off x="4953007" y="4214049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49B7BFF6-BEA6-F330-0015-12A983666EE5}"/>
              </a:ext>
            </a:extLst>
          </p:cNvPr>
          <p:cNvCxnSpPr>
            <a:cxnSpLocks/>
          </p:cNvCxnSpPr>
          <p:nvPr/>
        </p:nvCxnSpPr>
        <p:spPr>
          <a:xfrm>
            <a:off x="4029929" y="4301658"/>
            <a:ext cx="0" cy="375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Gerader Verbinder 210">
            <a:extLst>
              <a:ext uri="{FF2B5EF4-FFF2-40B4-BE49-F238E27FC236}">
                <a16:creationId xmlns:a16="http://schemas.microsoft.com/office/drawing/2014/main" id="{55562CDD-A353-CF4B-E139-A22BE7502FBD}"/>
              </a:ext>
            </a:extLst>
          </p:cNvPr>
          <p:cNvCxnSpPr>
            <a:cxnSpLocks/>
          </p:cNvCxnSpPr>
          <p:nvPr/>
        </p:nvCxnSpPr>
        <p:spPr>
          <a:xfrm>
            <a:off x="4465832" y="4299277"/>
            <a:ext cx="0" cy="375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C5BFDA2A-1DF3-D7AE-5902-2BBF258B4E2A}"/>
              </a:ext>
            </a:extLst>
          </p:cNvPr>
          <p:cNvCxnSpPr>
            <a:cxnSpLocks/>
          </p:cNvCxnSpPr>
          <p:nvPr/>
        </p:nvCxnSpPr>
        <p:spPr>
          <a:xfrm>
            <a:off x="5001479" y="4304039"/>
            <a:ext cx="0" cy="3417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Bogen 212">
            <a:extLst>
              <a:ext uri="{FF2B5EF4-FFF2-40B4-BE49-F238E27FC236}">
                <a16:creationId xmlns:a16="http://schemas.microsoft.com/office/drawing/2014/main" id="{F8D16571-E916-5794-7DEE-A9953AFD853D}"/>
              </a:ext>
            </a:extLst>
          </p:cNvPr>
          <p:cNvSpPr/>
          <p:nvPr/>
        </p:nvSpPr>
        <p:spPr>
          <a:xfrm>
            <a:off x="4955388" y="4637912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34A696A8-6CBF-7280-7B2B-9395D9AECA26}"/>
              </a:ext>
            </a:extLst>
          </p:cNvPr>
          <p:cNvCxnSpPr>
            <a:cxnSpLocks/>
            <a:endCxn id="251" idx="2"/>
          </p:cNvCxnSpPr>
          <p:nvPr/>
        </p:nvCxnSpPr>
        <p:spPr>
          <a:xfrm flipV="1">
            <a:off x="4989250" y="5110163"/>
            <a:ext cx="2852206" cy="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r Verbinder 216">
            <a:extLst>
              <a:ext uri="{FF2B5EF4-FFF2-40B4-BE49-F238E27FC236}">
                <a16:creationId xmlns:a16="http://schemas.microsoft.com/office/drawing/2014/main" id="{B89CE2E8-587E-6D40-333D-EB0D248C253B}"/>
              </a:ext>
            </a:extLst>
          </p:cNvPr>
          <p:cNvCxnSpPr>
            <a:cxnSpLocks/>
          </p:cNvCxnSpPr>
          <p:nvPr/>
        </p:nvCxnSpPr>
        <p:spPr>
          <a:xfrm>
            <a:off x="5006242" y="4730283"/>
            <a:ext cx="0" cy="3917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feld 221">
            <a:extLst>
              <a:ext uri="{FF2B5EF4-FFF2-40B4-BE49-F238E27FC236}">
                <a16:creationId xmlns:a16="http://schemas.microsoft.com/office/drawing/2014/main" id="{EC3E68A3-F656-2114-EC2C-4FBD641A007A}"/>
              </a:ext>
            </a:extLst>
          </p:cNvPr>
          <p:cNvSpPr txBox="1"/>
          <p:nvPr/>
        </p:nvSpPr>
        <p:spPr>
          <a:xfrm>
            <a:off x="7998483" y="4142493"/>
            <a:ext cx="460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AC1</a:t>
            </a:r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7D0B8E63-F1BE-AC66-17EF-912E33ABC8BE}"/>
              </a:ext>
            </a:extLst>
          </p:cNvPr>
          <p:cNvSpPr txBox="1"/>
          <p:nvPr/>
        </p:nvSpPr>
        <p:spPr>
          <a:xfrm>
            <a:off x="7998483" y="4548893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GND_MESS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2239A6D1-5CD7-C7B0-1488-66150DFF16A9}"/>
              </a:ext>
            </a:extLst>
          </p:cNvPr>
          <p:cNvSpPr txBox="1"/>
          <p:nvPr/>
        </p:nvSpPr>
        <p:spPr>
          <a:xfrm>
            <a:off x="8001336" y="4987043"/>
            <a:ext cx="460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AC2</a:t>
            </a:r>
          </a:p>
        </p:txBody>
      </p: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8272BF6F-4BE2-B9F1-03EB-C405BA63E884}"/>
              </a:ext>
            </a:extLst>
          </p:cNvPr>
          <p:cNvCxnSpPr>
            <a:cxnSpLocks/>
            <a:endCxn id="233" idx="0"/>
          </p:cNvCxnSpPr>
          <p:nvPr/>
        </p:nvCxnSpPr>
        <p:spPr>
          <a:xfrm>
            <a:off x="7077523" y="1814496"/>
            <a:ext cx="0" cy="23979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Bogen 232">
            <a:extLst>
              <a:ext uri="{FF2B5EF4-FFF2-40B4-BE49-F238E27FC236}">
                <a16:creationId xmlns:a16="http://schemas.microsoft.com/office/drawing/2014/main" id="{B9F97041-5139-F21F-6CB8-0AFE2D794901}"/>
              </a:ext>
            </a:extLst>
          </p:cNvPr>
          <p:cNvSpPr/>
          <p:nvPr/>
        </p:nvSpPr>
        <p:spPr>
          <a:xfrm>
            <a:off x="7031298" y="4212462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836157F5-9E4F-E00E-8EAD-8EEEA1EAC387}"/>
              </a:ext>
            </a:extLst>
          </p:cNvPr>
          <p:cNvCxnSpPr>
            <a:cxnSpLocks/>
          </p:cNvCxnSpPr>
          <p:nvPr/>
        </p:nvCxnSpPr>
        <p:spPr>
          <a:xfrm>
            <a:off x="7077523" y="4292846"/>
            <a:ext cx="0" cy="393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Bogen 237">
            <a:extLst>
              <a:ext uri="{FF2B5EF4-FFF2-40B4-BE49-F238E27FC236}">
                <a16:creationId xmlns:a16="http://schemas.microsoft.com/office/drawing/2014/main" id="{88AD9B42-E78E-7C09-DB8B-77A3F6859229}"/>
              </a:ext>
            </a:extLst>
          </p:cNvPr>
          <p:cNvSpPr/>
          <p:nvPr/>
        </p:nvSpPr>
        <p:spPr>
          <a:xfrm>
            <a:off x="6567934" y="1775828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E2BA0546-7A52-C2B6-3BED-398C8CCEEA02}"/>
              </a:ext>
            </a:extLst>
          </p:cNvPr>
          <p:cNvCxnSpPr>
            <a:cxnSpLocks/>
            <a:endCxn id="238" idx="0"/>
          </p:cNvCxnSpPr>
          <p:nvPr/>
        </p:nvCxnSpPr>
        <p:spPr>
          <a:xfrm flipH="1">
            <a:off x="6614159" y="1393794"/>
            <a:ext cx="634" cy="382034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Ellipse 241">
            <a:extLst>
              <a:ext uri="{FF2B5EF4-FFF2-40B4-BE49-F238E27FC236}">
                <a16:creationId xmlns:a16="http://schemas.microsoft.com/office/drawing/2014/main" id="{1FD2AB36-DC40-C31C-C40C-4FD4F3A1D79E}"/>
              </a:ext>
            </a:extLst>
          </p:cNvPr>
          <p:cNvSpPr/>
          <p:nvPr/>
        </p:nvSpPr>
        <p:spPr>
          <a:xfrm>
            <a:off x="7855744" y="4169569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F13A671A-20EB-14E0-0C77-E7B495B205FB}"/>
              </a:ext>
            </a:extLst>
          </p:cNvPr>
          <p:cNvCxnSpPr>
            <a:stCxn id="242" idx="1"/>
            <a:endCxn id="242" idx="5"/>
          </p:cNvCxnSpPr>
          <p:nvPr/>
        </p:nvCxnSpPr>
        <p:spPr>
          <a:xfrm>
            <a:off x="7882945" y="41967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Gerader Verbinder 246">
            <a:extLst>
              <a:ext uri="{FF2B5EF4-FFF2-40B4-BE49-F238E27FC236}">
                <a16:creationId xmlns:a16="http://schemas.microsoft.com/office/drawing/2014/main" id="{A4B46062-6A52-5E0F-F10B-7CF3C148506F}"/>
              </a:ext>
            </a:extLst>
          </p:cNvPr>
          <p:cNvCxnSpPr>
            <a:stCxn id="242" idx="3"/>
            <a:endCxn id="242" idx="7"/>
          </p:cNvCxnSpPr>
          <p:nvPr/>
        </p:nvCxnSpPr>
        <p:spPr>
          <a:xfrm flipV="1">
            <a:off x="7882945" y="41967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Ellipse 247">
            <a:extLst>
              <a:ext uri="{FF2B5EF4-FFF2-40B4-BE49-F238E27FC236}">
                <a16:creationId xmlns:a16="http://schemas.microsoft.com/office/drawing/2014/main" id="{46C3EB74-B724-B956-0C3D-FFEBA50AEE7C}"/>
              </a:ext>
            </a:extLst>
          </p:cNvPr>
          <p:cNvSpPr/>
          <p:nvPr/>
        </p:nvSpPr>
        <p:spPr>
          <a:xfrm>
            <a:off x="7843838" y="4588669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E2FAB081-EFEF-1152-1ADD-0DEA0160C247}"/>
              </a:ext>
            </a:extLst>
          </p:cNvPr>
          <p:cNvCxnSpPr>
            <a:stCxn id="248" idx="1"/>
            <a:endCxn id="248" idx="5"/>
          </p:cNvCxnSpPr>
          <p:nvPr/>
        </p:nvCxnSpPr>
        <p:spPr>
          <a:xfrm>
            <a:off x="7871039" y="46158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Gerader Verbinder 249">
            <a:extLst>
              <a:ext uri="{FF2B5EF4-FFF2-40B4-BE49-F238E27FC236}">
                <a16:creationId xmlns:a16="http://schemas.microsoft.com/office/drawing/2014/main" id="{A702BB99-75B2-6233-820D-40BC89F8EEDC}"/>
              </a:ext>
            </a:extLst>
          </p:cNvPr>
          <p:cNvCxnSpPr>
            <a:stCxn id="248" idx="3"/>
            <a:endCxn id="248" idx="7"/>
          </p:cNvCxnSpPr>
          <p:nvPr/>
        </p:nvCxnSpPr>
        <p:spPr>
          <a:xfrm flipV="1">
            <a:off x="7871039" y="461587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Ellipse 250">
            <a:extLst>
              <a:ext uri="{FF2B5EF4-FFF2-40B4-BE49-F238E27FC236}">
                <a16:creationId xmlns:a16="http://schemas.microsoft.com/office/drawing/2014/main" id="{4CFA5E68-DE6A-D285-24B5-1DDE8082C5B4}"/>
              </a:ext>
            </a:extLst>
          </p:cNvPr>
          <p:cNvSpPr/>
          <p:nvPr/>
        </p:nvSpPr>
        <p:spPr>
          <a:xfrm>
            <a:off x="7841456" y="5017294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B38C3E21-E724-C6E4-5F6B-79D63C20276A}"/>
              </a:ext>
            </a:extLst>
          </p:cNvPr>
          <p:cNvCxnSpPr>
            <a:stCxn id="251" idx="1"/>
            <a:endCxn id="251" idx="5"/>
          </p:cNvCxnSpPr>
          <p:nvPr/>
        </p:nvCxnSpPr>
        <p:spPr>
          <a:xfrm>
            <a:off x="7868657" y="5044495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Gerader Verbinder 252">
            <a:extLst>
              <a:ext uri="{FF2B5EF4-FFF2-40B4-BE49-F238E27FC236}">
                <a16:creationId xmlns:a16="http://schemas.microsoft.com/office/drawing/2014/main" id="{1EEFAF3E-65AC-C5D1-F202-1481965B3874}"/>
              </a:ext>
            </a:extLst>
          </p:cNvPr>
          <p:cNvCxnSpPr>
            <a:stCxn id="251" idx="3"/>
            <a:endCxn id="251" idx="7"/>
          </p:cNvCxnSpPr>
          <p:nvPr/>
        </p:nvCxnSpPr>
        <p:spPr>
          <a:xfrm flipV="1">
            <a:off x="7868657" y="5044495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Ellipse 255">
            <a:extLst>
              <a:ext uri="{FF2B5EF4-FFF2-40B4-BE49-F238E27FC236}">
                <a16:creationId xmlns:a16="http://schemas.microsoft.com/office/drawing/2014/main" id="{94745994-B536-1A9D-C7BE-72E1CDBCDE08}"/>
              </a:ext>
            </a:extLst>
          </p:cNvPr>
          <p:cNvSpPr/>
          <p:nvPr/>
        </p:nvSpPr>
        <p:spPr>
          <a:xfrm>
            <a:off x="2114680" y="2563033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7" name="Gerader Verbinder 256">
            <a:extLst>
              <a:ext uri="{FF2B5EF4-FFF2-40B4-BE49-F238E27FC236}">
                <a16:creationId xmlns:a16="http://schemas.microsoft.com/office/drawing/2014/main" id="{80F4DCAC-58B4-F341-78BB-DBA3E3E81B4E}"/>
              </a:ext>
            </a:extLst>
          </p:cNvPr>
          <p:cNvCxnSpPr>
            <a:stCxn id="256" idx="1"/>
            <a:endCxn id="256" idx="5"/>
          </p:cNvCxnSpPr>
          <p:nvPr/>
        </p:nvCxnSpPr>
        <p:spPr>
          <a:xfrm>
            <a:off x="2141881" y="2590234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Gerader Verbinder 257">
            <a:extLst>
              <a:ext uri="{FF2B5EF4-FFF2-40B4-BE49-F238E27FC236}">
                <a16:creationId xmlns:a16="http://schemas.microsoft.com/office/drawing/2014/main" id="{2A53C515-2F61-0620-E2DA-61322B35858E}"/>
              </a:ext>
            </a:extLst>
          </p:cNvPr>
          <p:cNvCxnSpPr>
            <a:stCxn id="256" idx="3"/>
            <a:endCxn id="256" idx="7"/>
          </p:cNvCxnSpPr>
          <p:nvPr/>
        </p:nvCxnSpPr>
        <p:spPr>
          <a:xfrm flipV="1">
            <a:off x="2141881" y="2590234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Ellipse 262">
            <a:extLst>
              <a:ext uri="{FF2B5EF4-FFF2-40B4-BE49-F238E27FC236}">
                <a16:creationId xmlns:a16="http://schemas.microsoft.com/office/drawing/2014/main" id="{BACCA670-971F-00EC-7000-CE0413CA6958}"/>
              </a:ext>
            </a:extLst>
          </p:cNvPr>
          <p:cNvSpPr/>
          <p:nvPr/>
        </p:nvSpPr>
        <p:spPr>
          <a:xfrm>
            <a:off x="2111033" y="2137296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4" name="Gerader Verbinder 263">
            <a:extLst>
              <a:ext uri="{FF2B5EF4-FFF2-40B4-BE49-F238E27FC236}">
                <a16:creationId xmlns:a16="http://schemas.microsoft.com/office/drawing/2014/main" id="{B7FD6EEB-6613-66F9-F399-E8BBF3713015}"/>
              </a:ext>
            </a:extLst>
          </p:cNvPr>
          <p:cNvCxnSpPr>
            <a:stCxn id="263" idx="1"/>
            <a:endCxn id="263" idx="5"/>
          </p:cNvCxnSpPr>
          <p:nvPr/>
        </p:nvCxnSpPr>
        <p:spPr>
          <a:xfrm>
            <a:off x="2138234" y="2164497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Gerader Verbinder 264">
            <a:extLst>
              <a:ext uri="{FF2B5EF4-FFF2-40B4-BE49-F238E27FC236}">
                <a16:creationId xmlns:a16="http://schemas.microsoft.com/office/drawing/2014/main" id="{F1850D10-BC89-F051-925C-365ADB4B1375}"/>
              </a:ext>
            </a:extLst>
          </p:cNvPr>
          <p:cNvCxnSpPr>
            <a:stCxn id="263" idx="3"/>
            <a:endCxn id="263" idx="7"/>
          </p:cNvCxnSpPr>
          <p:nvPr/>
        </p:nvCxnSpPr>
        <p:spPr>
          <a:xfrm flipV="1">
            <a:off x="2138234" y="2164497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Ellipse 265">
            <a:extLst>
              <a:ext uri="{FF2B5EF4-FFF2-40B4-BE49-F238E27FC236}">
                <a16:creationId xmlns:a16="http://schemas.microsoft.com/office/drawing/2014/main" id="{4EDD0FB5-8D64-BA3C-6AAA-FD06D90A30AC}"/>
              </a:ext>
            </a:extLst>
          </p:cNvPr>
          <p:cNvSpPr/>
          <p:nvPr/>
        </p:nvSpPr>
        <p:spPr>
          <a:xfrm>
            <a:off x="2110812" y="1721627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7" name="Gerader Verbinder 266">
            <a:extLst>
              <a:ext uri="{FF2B5EF4-FFF2-40B4-BE49-F238E27FC236}">
                <a16:creationId xmlns:a16="http://schemas.microsoft.com/office/drawing/2014/main" id="{5ABB872A-0398-E8F5-E39B-013C46C290FF}"/>
              </a:ext>
            </a:extLst>
          </p:cNvPr>
          <p:cNvCxnSpPr>
            <a:stCxn id="266" idx="1"/>
            <a:endCxn id="266" idx="5"/>
          </p:cNvCxnSpPr>
          <p:nvPr/>
        </p:nvCxnSpPr>
        <p:spPr>
          <a:xfrm>
            <a:off x="2138013" y="1748828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DA6498A0-F9A8-F9E6-48A3-4A9965DBEC3A}"/>
              </a:ext>
            </a:extLst>
          </p:cNvPr>
          <p:cNvCxnSpPr>
            <a:stCxn id="266" idx="3"/>
            <a:endCxn id="266" idx="7"/>
          </p:cNvCxnSpPr>
          <p:nvPr/>
        </p:nvCxnSpPr>
        <p:spPr>
          <a:xfrm flipV="1">
            <a:off x="2138013" y="1748828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Ellipse 268">
            <a:extLst>
              <a:ext uri="{FF2B5EF4-FFF2-40B4-BE49-F238E27FC236}">
                <a16:creationId xmlns:a16="http://schemas.microsoft.com/office/drawing/2014/main" id="{E86433CB-78DE-B357-B187-9BF8241F75F0}"/>
              </a:ext>
            </a:extLst>
          </p:cNvPr>
          <p:cNvSpPr/>
          <p:nvPr/>
        </p:nvSpPr>
        <p:spPr>
          <a:xfrm>
            <a:off x="2113208" y="1298759"/>
            <a:ext cx="185737" cy="1857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0" name="Gerader Verbinder 269">
            <a:extLst>
              <a:ext uri="{FF2B5EF4-FFF2-40B4-BE49-F238E27FC236}">
                <a16:creationId xmlns:a16="http://schemas.microsoft.com/office/drawing/2014/main" id="{D4368F37-E827-5F58-0CA4-971821306A4C}"/>
              </a:ext>
            </a:extLst>
          </p:cNvPr>
          <p:cNvCxnSpPr>
            <a:stCxn id="269" idx="1"/>
            <a:endCxn id="269" idx="5"/>
          </p:cNvCxnSpPr>
          <p:nvPr/>
        </p:nvCxnSpPr>
        <p:spPr>
          <a:xfrm>
            <a:off x="2140409" y="132596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Gerader Verbinder 270">
            <a:extLst>
              <a:ext uri="{FF2B5EF4-FFF2-40B4-BE49-F238E27FC236}">
                <a16:creationId xmlns:a16="http://schemas.microsoft.com/office/drawing/2014/main" id="{7B9DAA95-A346-19C1-8D66-3EEBCB44217E}"/>
              </a:ext>
            </a:extLst>
          </p:cNvPr>
          <p:cNvCxnSpPr>
            <a:stCxn id="269" idx="3"/>
            <a:endCxn id="269" idx="7"/>
          </p:cNvCxnSpPr>
          <p:nvPr/>
        </p:nvCxnSpPr>
        <p:spPr>
          <a:xfrm flipV="1">
            <a:off x="2140409" y="1325960"/>
            <a:ext cx="131335" cy="13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Bogen 1">
            <a:extLst>
              <a:ext uri="{FF2B5EF4-FFF2-40B4-BE49-F238E27FC236}">
                <a16:creationId xmlns:a16="http://schemas.microsoft.com/office/drawing/2014/main" id="{5F6E2A97-E1B9-484C-9104-F014AE25AA7E}"/>
              </a:ext>
            </a:extLst>
          </p:cNvPr>
          <p:cNvSpPr/>
          <p:nvPr/>
        </p:nvSpPr>
        <p:spPr>
          <a:xfrm rot="16200000">
            <a:off x="4417149" y="3154328"/>
            <a:ext cx="92450" cy="92450"/>
          </a:xfrm>
          <a:prstGeom prst="arc">
            <a:avLst>
              <a:gd name="adj1" fmla="val 16200000"/>
              <a:gd name="adj2" fmla="val 545234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BF6B8E5D-5F56-9201-3BE7-8462B5AEE957}"/>
              </a:ext>
            </a:extLst>
          </p:cNvPr>
          <p:cNvSpPr/>
          <p:nvPr/>
        </p:nvSpPr>
        <p:spPr>
          <a:xfrm rot="5400000">
            <a:off x="3430699" y="3116763"/>
            <a:ext cx="45719" cy="17660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56A81FB3-CE15-F2F0-D6E8-F1426D330B2E}"/>
              </a:ext>
            </a:extLst>
          </p:cNvPr>
          <p:cNvSpPr/>
          <p:nvPr/>
        </p:nvSpPr>
        <p:spPr>
          <a:xfrm>
            <a:off x="4441365" y="3048072"/>
            <a:ext cx="45720" cy="457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17E99D9-9003-8DD7-5937-7FBB45D7D890}"/>
              </a:ext>
            </a:extLst>
          </p:cNvPr>
          <p:cNvCxnSpPr>
            <a:cxnSpLocks/>
            <a:stCxn id="78" idx="6"/>
          </p:cNvCxnSpPr>
          <p:nvPr/>
        </p:nvCxnSpPr>
        <p:spPr>
          <a:xfrm>
            <a:off x="4487085" y="3070932"/>
            <a:ext cx="642127" cy="15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hteck 93">
            <a:extLst>
              <a:ext uri="{FF2B5EF4-FFF2-40B4-BE49-F238E27FC236}">
                <a16:creationId xmlns:a16="http://schemas.microsoft.com/office/drawing/2014/main" id="{73CE5315-5382-FA70-0AF6-1A428C7EF9DD}"/>
              </a:ext>
            </a:extLst>
          </p:cNvPr>
          <p:cNvSpPr/>
          <p:nvPr/>
        </p:nvSpPr>
        <p:spPr>
          <a:xfrm rot="5400000">
            <a:off x="4786093" y="2980938"/>
            <a:ext cx="45719" cy="1766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C02A2861-3958-7D78-068B-0ACB2334CE27}"/>
              </a:ext>
            </a:extLst>
          </p:cNvPr>
          <p:cNvCxnSpPr/>
          <p:nvPr/>
        </p:nvCxnSpPr>
        <p:spPr>
          <a:xfrm flipH="1">
            <a:off x="5129212" y="3202636"/>
            <a:ext cx="148494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088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71b55a-3223-49d8-bf50-54afc8516179}" enabled="1" method="Privileged" siteId="{d042bb72-ecf9-4e50-bc06-f7c2ec69548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Breitbild</PresentationFormat>
  <Paragraphs>65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Bernhard Helbich</dc:creator>
  <cp:lastModifiedBy>Bernhard Helbich</cp:lastModifiedBy>
  <cp:revision>3</cp:revision>
  <dcterms:created xsi:type="dcterms:W3CDTF">2026-02-27T09:42:51Z</dcterms:created>
  <dcterms:modified xsi:type="dcterms:W3CDTF">2026-03-01T00:44:28Z</dcterms:modified>
</cp:coreProperties>
</file>